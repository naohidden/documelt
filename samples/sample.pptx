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6" autoAdjust="0"/>
    <p:restoredTop sz="94660"/>
  </p:normalViewPr>
  <p:slideViewPr>
    <p:cSldViewPr snapToGrid="0" showGuides="1">
      <p:cViewPr>
        <p:scale>
          <a:sx n="75" d="100"/>
          <a:sy n="75" d="100"/>
        </p:scale>
        <p:origin x="1836" y="10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AA5CEB-D705-68D5-1E4A-688CB8011C7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EB66F2D-D61F-DC45-983A-03D8A3A6D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11D82E9-E0AD-0DA2-74A6-7E39250C8912}"/>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375FA36B-74A6-B78B-3A04-35588B79BE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E7A763-96B3-9E8E-2FE4-6FBE1D868B61}"/>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202418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984B03-0C15-1080-4C9E-1AC426B806D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3E33719-2FCE-6D36-0AD3-AE4D9E8A7F4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974F27-CB99-393B-AA2E-C28CAD73DF7B}"/>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CFED3A01-B05E-D667-0FD3-81E62DF052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4578E5-F4CB-794B-6830-03E4B38B7FE1}"/>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149090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563055-CC59-9FBE-037D-2396AB09221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A184757-2D46-2B57-3A60-388022A9BC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4CDD8F9-27A9-234A-CC0D-A1DFCC914ECA}"/>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0DC02F45-0595-A2F8-BF8F-A3F3B735490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239830-C53C-2FAB-1636-FE87818D231E}"/>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330342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9056BF-BEA2-FB40-6C20-164E83E5651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F9E0A8-E8D9-55E7-1CC9-B4342B2771F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3AC9CB-DBBF-0A1A-8B1D-1315E9F9FEE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B31166A-41DF-F0B9-783D-78460CE8B2C9}"/>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6" name="フッター プレースホルダー 5">
            <a:extLst>
              <a:ext uri="{FF2B5EF4-FFF2-40B4-BE49-F238E27FC236}">
                <a16:creationId xmlns:a16="http://schemas.microsoft.com/office/drawing/2014/main" id="{C9768163-A1DF-BC0E-0D89-120F6C776A9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2BA116B-3739-BD3C-0E62-1AA997847AA2}"/>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3739595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96CD18-8D11-0484-D635-A37DD8A038E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1242912-ABC2-AA95-02FB-2E613AF8DD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64E2549-9940-A39B-EE8F-F90DD306FB0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4756AA2-237A-411E-E0DC-B24502C741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9E45B18-98FD-9E58-AE95-94CD3F908CE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C42318-5414-8BB1-87F9-04DBCBF950A5}"/>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8" name="フッター プレースホルダー 7">
            <a:extLst>
              <a:ext uri="{FF2B5EF4-FFF2-40B4-BE49-F238E27FC236}">
                <a16:creationId xmlns:a16="http://schemas.microsoft.com/office/drawing/2014/main" id="{A5F950D9-183C-AE28-045E-64FA4F4E1E9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D0F0D95-636D-A849-1965-A7DE1330DAB8}"/>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2127850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2EF03E-24E6-9741-D8F2-3E305818293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C1BA804-1008-0B1E-87E9-A1124272C13F}"/>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4" name="フッター プレースホルダー 3">
            <a:extLst>
              <a:ext uri="{FF2B5EF4-FFF2-40B4-BE49-F238E27FC236}">
                <a16:creationId xmlns:a16="http://schemas.microsoft.com/office/drawing/2014/main" id="{6C17A9BD-BE3D-0A27-1F72-2B925B8EAFD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BC462A8-9DED-883E-D6FA-B9E54A0AEBE9}"/>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1936746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82AC4C6-4B5F-5CC2-E25B-A4E7E3E496F8}"/>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3" name="フッター プレースホルダー 2">
            <a:extLst>
              <a:ext uri="{FF2B5EF4-FFF2-40B4-BE49-F238E27FC236}">
                <a16:creationId xmlns:a16="http://schemas.microsoft.com/office/drawing/2014/main" id="{AF07A08D-9A91-AE18-5D65-EBA386FCF74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7F3A56B-98AC-19F3-953A-E6FA7415EDF2}"/>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3757654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BAE581-4343-B267-DEC7-5367109C046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47B4D07-8D8D-E895-709C-5911597981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D577A25-3F29-0EA3-4F72-CEB3BA41D9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CFD4BA0-C487-EB51-A025-0EF0AD3DEDC5}"/>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6" name="フッター プレースホルダー 5">
            <a:extLst>
              <a:ext uri="{FF2B5EF4-FFF2-40B4-BE49-F238E27FC236}">
                <a16:creationId xmlns:a16="http://schemas.microsoft.com/office/drawing/2014/main" id="{ACC7624B-6115-A855-9DCF-798CC708BE1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AB983B1-38E8-0066-D05F-2B7F29E02171}"/>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442295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133BFC-9834-4C8E-31C7-66793142246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C0E03F1-A184-A4CD-F023-E23FA6CAB3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E0BE920-CA76-AA3F-9E72-6380A4E2E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D785215-B0E2-6C9A-30FC-413EFB68B94D}"/>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6" name="フッター プレースホルダー 5">
            <a:extLst>
              <a:ext uri="{FF2B5EF4-FFF2-40B4-BE49-F238E27FC236}">
                <a16:creationId xmlns:a16="http://schemas.microsoft.com/office/drawing/2014/main" id="{587B9423-8BCE-83DC-B2CE-E7016D017A0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1D53C60-23DB-3E35-71C5-34901E0F788C}"/>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25354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55F2CB-6AF6-F0E3-8C92-1897B62953F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DE4DE08-E9DC-F8C1-8608-86DC01C8178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0D4A91-1657-E3DD-18D5-D871AC80E6B0}"/>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C2A6B3CC-6F80-C001-42D4-B11C3A261F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1C5329-00BC-09A4-930B-D9CBFACF2683}"/>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2514411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06A4610-B91A-B677-B3EB-DC7AF3F9C1A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31098BF-3870-F8AA-F1C2-89E83278388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4E6183-6FA9-E51D-EACA-AFC039563028}"/>
              </a:ext>
            </a:extLst>
          </p:cNvPr>
          <p:cNvSpPr>
            <a:spLocks noGrp="1"/>
          </p:cNvSpPr>
          <p:nvPr>
            <p:ph type="dt" sz="half" idx="10"/>
          </p:nvPr>
        </p:nvSpPr>
        <p:spPr/>
        <p:txBody>
          <a:bodyPr/>
          <a:lstStyle/>
          <a:p>
            <a:fld id="{BCE9F5D0-5E93-48F3-BF4E-631B81970C94}"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5E4D4232-2934-6602-FCE1-278446460B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3C1151-0638-38E9-CFD9-49A7F3E96341}"/>
              </a:ext>
            </a:extLst>
          </p:cNvPr>
          <p:cNvSpPr>
            <a:spLocks noGrp="1"/>
          </p:cNvSpPr>
          <p:nvPr>
            <p:ph type="sldNum" sz="quarter" idx="12"/>
          </p:nvPr>
        </p:nvSpPr>
        <p:spPr/>
        <p:txBody>
          <a:body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1206509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FE3E37-200D-B082-9987-DF7E49D56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07CCF77-7B80-2C61-B78A-D2691469B4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4C1D2CF-A1FF-FF06-1BEE-B285B3B459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E9F5D0-5E93-48F3-BF4E-631B81970C94}" type="datetimeFigureOut">
              <a:rPr kumimoji="1" lang="ja-JP" altLang="en-US" smtClean="0"/>
              <a:t>2026/4/3</a:t>
            </a:fld>
            <a:endParaRPr kumimoji="1" lang="ja-JP" altLang="en-US"/>
          </a:p>
        </p:txBody>
      </p:sp>
      <p:sp>
        <p:nvSpPr>
          <p:cNvPr id="5" name="フッター プレースホルダー 4">
            <a:extLst>
              <a:ext uri="{FF2B5EF4-FFF2-40B4-BE49-F238E27FC236}">
                <a16:creationId xmlns:a16="http://schemas.microsoft.com/office/drawing/2014/main" id="{EBC53CD5-ED18-4F54-60A9-E2B179D5A7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EE8E839-00A2-7E05-25FA-8F968D625D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7FAA4C-BD90-4C43-A5C3-A7FB55C064B4}" type="slidenum">
              <a:rPr kumimoji="1" lang="ja-JP" altLang="en-US" smtClean="0"/>
              <a:t>‹#›</a:t>
            </a:fld>
            <a:endParaRPr kumimoji="1" lang="ja-JP" altLang="en-US"/>
          </a:p>
        </p:txBody>
      </p:sp>
    </p:spTree>
    <p:extLst>
      <p:ext uri="{BB962C8B-B14F-4D97-AF65-F5344CB8AC3E}">
        <p14:creationId xmlns:p14="http://schemas.microsoft.com/office/powerpoint/2010/main" val="1318810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CA682D-8AC9-3EFD-5968-FFFD6A46B318}"/>
              </a:ext>
            </a:extLst>
          </p:cNvPr>
          <p:cNvSpPr>
            <a:spLocks noGrp="1"/>
          </p:cNvSpPr>
          <p:nvPr>
            <p:ph type="ctrTitle"/>
          </p:nvPr>
        </p:nvSpPr>
        <p:spPr>
          <a:xfrm>
            <a:off x="0" y="0"/>
            <a:ext cx="12192000" cy="6858000"/>
          </a:xfrm>
        </p:spPr>
        <p:txBody>
          <a:bodyPr anchor="t">
            <a:noAutofit/>
          </a:bodyPr>
          <a:lstStyle/>
          <a:p>
            <a:r>
              <a:rPr lang="en-US" altLang="ja-JP" sz="1800" b="1" dirty="0"/>
              <a:t># </a:t>
            </a:r>
            <a:r>
              <a:rPr lang="en-US" altLang="ja-JP" sz="1800" b="1" dirty="0" err="1"/>
              <a:t>documelt</a:t>
            </a:r>
            <a:br>
              <a:rPr lang="en-US" altLang="ja-JP" sz="1800" dirty="0"/>
            </a:br>
            <a:br>
              <a:rPr lang="en-US" altLang="ja-JP" sz="1800" dirty="0"/>
            </a:br>
            <a:br>
              <a:rPr lang="en-US" altLang="ja-JP" sz="1800" dirty="0"/>
            </a:br>
            <a:r>
              <a:rPr lang="en-US" altLang="ja-JP" sz="1800" dirty="0"/>
              <a:t>[![</a:t>
            </a:r>
            <a:r>
              <a:rPr lang="en-US" altLang="ja-JP" sz="1800" dirty="0" err="1"/>
              <a:t>npm</a:t>
            </a:r>
            <a:r>
              <a:rPr lang="en-US" altLang="ja-JP" sz="1800" dirty="0"/>
              <a:t> version](</a:t>
            </a:r>
            <a:r>
              <a:rPr lang="en-US" altLang="ja-JP" sz="1800" u="sng" dirty="0"/>
              <a:t>https://img.shields.io/npm/v/documelt.svg</a:t>
            </a:r>
            <a:r>
              <a:rPr lang="en-US" altLang="ja-JP" sz="1800" dirty="0"/>
              <a:t>)](</a:t>
            </a:r>
            <a:r>
              <a:rPr lang="en-US" altLang="ja-JP" sz="1800" u="sng" dirty="0"/>
              <a:t>https://www.npmjs.com/package/documelt</a:t>
            </a:r>
            <a:r>
              <a:rPr lang="en-US" altLang="ja-JP" sz="1800" dirty="0"/>
              <a:t>)</a:t>
            </a:r>
            <a:br>
              <a:rPr lang="en-US" altLang="ja-JP" sz="1800" dirty="0"/>
            </a:br>
            <a:r>
              <a:rPr lang="en-US" altLang="ja-JP" sz="1800" dirty="0"/>
              <a:t>[![License: MIT](</a:t>
            </a:r>
            <a:r>
              <a:rPr lang="en-US" altLang="ja-JP" sz="1800" u="sng" dirty="0"/>
              <a:t>https://img.shields.io/badge/License-MIT-blue.svg</a:t>
            </a:r>
            <a:r>
              <a:rPr lang="en-US" altLang="ja-JP" sz="1800" dirty="0"/>
              <a:t>)](</a:t>
            </a:r>
            <a:r>
              <a:rPr lang="en-US" altLang="ja-JP" sz="1800" u="sng" dirty="0"/>
              <a:t>https://opensource.org/licenses/MIT</a:t>
            </a:r>
            <a:r>
              <a:rPr lang="en-US" altLang="ja-JP" sz="1800" dirty="0"/>
              <a:t>)</a:t>
            </a:r>
            <a:br>
              <a:rPr lang="en-US" altLang="ja-JP" sz="1800" dirty="0"/>
            </a:br>
            <a:r>
              <a:rPr lang="en-US" altLang="ja-JP" sz="1800" dirty="0"/>
              <a:t>[![GitHub](</a:t>
            </a:r>
            <a:r>
              <a:rPr lang="en-US" altLang="ja-JP" sz="1800" u="sng" dirty="0"/>
              <a:t>https://img.shields.io/github/stars/naohidden/documelt?style=social</a:t>
            </a:r>
            <a:r>
              <a:rPr lang="en-US" altLang="ja-JP" sz="1800" dirty="0"/>
              <a:t>)](</a:t>
            </a:r>
            <a:r>
              <a:rPr lang="en-US" altLang="ja-JP" sz="1800" u="sng" dirty="0"/>
              <a:t>https://github.com/naohidden/documelt</a:t>
            </a:r>
            <a:r>
              <a:rPr lang="en-US" altLang="ja-JP" sz="1800" dirty="0"/>
              <a:t>)</a:t>
            </a:r>
            <a:br>
              <a:rPr lang="en-US" altLang="ja-JP" sz="1800" dirty="0"/>
            </a:br>
            <a:br>
              <a:rPr lang="en-US" altLang="ja-JP" sz="1800" dirty="0"/>
            </a:br>
            <a:br>
              <a:rPr lang="en-US" altLang="ja-JP" sz="1800" dirty="0"/>
            </a:br>
            <a:r>
              <a:rPr lang="en-US" altLang="ja-JP" sz="1800" b="1" dirty="0"/>
              <a:t>**Rust + </a:t>
            </a:r>
            <a:r>
              <a:rPr lang="en-US" altLang="ja-JP" sz="1800" b="1" dirty="0" err="1"/>
              <a:t>WebAssembly</a:t>
            </a:r>
            <a:r>
              <a:rPr lang="en-US" altLang="ja-JP" sz="1800" b="1" dirty="0"/>
              <a:t>**</a:t>
            </a:r>
            <a:r>
              <a:rPr lang="en-US" altLang="ja-JP" sz="1800" dirty="0"/>
              <a:t> </a:t>
            </a:r>
            <a:r>
              <a:rPr lang="ja-JP" altLang="en-US" sz="1800" dirty="0"/>
              <a:t>によるブラウザ向けドキュメントテキスト抽出ライブラリ。</a:t>
            </a:r>
            <a:br>
              <a:rPr lang="ja-JP" altLang="en-US" sz="1800" dirty="0"/>
            </a:br>
            <a:br>
              <a:rPr lang="ja-JP" altLang="en-US" sz="1800" dirty="0"/>
            </a:br>
            <a:br>
              <a:rPr lang="ja-JP" altLang="en-US" sz="1800" dirty="0"/>
            </a:br>
            <a:r>
              <a:rPr lang="ja-JP" altLang="en-US" sz="1800" dirty="0"/>
              <a:t>サーバーに依存せず、</a:t>
            </a:r>
            <a:r>
              <a:rPr lang="ja-JP" altLang="en-US" sz="1800" b="1" dirty="0"/>
              <a:t>**ブラウザ上で**</a:t>
            </a:r>
            <a:r>
              <a:rPr lang="ja-JP" altLang="en-US" sz="1800" dirty="0"/>
              <a:t> </a:t>
            </a:r>
            <a:r>
              <a:rPr lang="en-US" altLang="ja-JP" sz="1800" dirty="0"/>
              <a:t>PDF</a:t>
            </a:r>
            <a:r>
              <a:rPr lang="ja-JP" altLang="en-US" sz="1800" dirty="0"/>
              <a:t>・</a:t>
            </a:r>
            <a:r>
              <a:rPr lang="en-US" altLang="ja-JP" sz="1800" dirty="0"/>
              <a:t>Word</a:t>
            </a:r>
            <a:r>
              <a:rPr lang="ja-JP" altLang="en-US" sz="1800" dirty="0"/>
              <a:t>・</a:t>
            </a:r>
            <a:r>
              <a:rPr lang="en-US" altLang="ja-JP" sz="1800" dirty="0"/>
              <a:t>Excel</a:t>
            </a:r>
            <a:r>
              <a:rPr lang="ja-JP" altLang="en-US" sz="1800" dirty="0"/>
              <a:t>・</a:t>
            </a:r>
            <a:r>
              <a:rPr lang="en-US" altLang="ja-JP" sz="1800" dirty="0"/>
              <a:t>PowerPoint </a:t>
            </a:r>
            <a:r>
              <a:rPr lang="ja-JP" altLang="en-US" sz="1800" dirty="0"/>
              <a:t>からテキストを高速に抽出します。</a:t>
            </a:r>
            <a:br>
              <a:rPr lang="ja-JP" altLang="en-US" sz="1800" dirty="0"/>
            </a:br>
            <a:br>
              <a:rPr lang="ja-JP" altLang="en-US" sz="1800" dirty="0"/>
            </a:br>
            <a:br>
              <a:rPr lang="ja-JP" altLang="en-US" sz="1800" dirty="0"/>
            </a:br>
            <a:r>
              <a:rPr lang="en-US" altLang="ja-JP" sz="1800" b="1" dirty="0"/>
              <a:t>## Features</a:t>
            </a:r>
            <a:br>
              <a:rPr lang="en-US" altLang="ja-JP" sz="1800" dirty="0"/>
            </a:br>
            <a:br>
              <a:rPr lang="en-US" altLang="ja-JP" sz="1800" dirty="0"/>
            </a:br>
            <a:br>
              <a:rPr lang="en-US" altLang="ja-JP" sz="1800" dirty="0"/>
            </a:br>
            <a:r>
              <a:rPr lang="en-US" altLang="ja-JP" sz="1800" dirty="0"/>
              <a:t>- </a:t>
            </a:r>
            <a:r>
              <a:rPr lang="en-US" altLang="ja-JP" sz="1800" b="1" dirty="0"/>
              <a:t>**</a:t>
            </a:r>
            <a:r>
              <a:rPr lang="ja-JP" altLang="en-US" sz="1800" b="1" dirty="0"/>
              <a:t>ブラウザ完結**</a:t>
            </a:r>
            <a:r>
              <a:rPr lang="ja-JP" altLang="en-US" sz="1800" dirty="0"/>
              <a:t> </a:t>
            </a:r>
            <a:r>
              <a:rPr lang="en-US" altLang="ja-JP" sz="1800" dirty="0"/>
              <a:t>— </a:t>
            </a:r>
            <a:r>
              <a:rPr lang="ja-JP" altLang="en-US" sz="1800" dirty="0"/>
              <a:t>サーバーサイド不要。</a:t>
            </a:r>
            <a:r>
              <a:rPr lang="en-US" altLang="ja-JP" sz="1800" dirty="0"/>
              <a:t>WASM</a:t>
            </a:r>
            <a:r>
              <a:rPr lang="ja-JP" altLang="en-US" sz="1800" dirty="0"/>
              <a:t>がブラウザ内でテキスト抽出を実行</a:t>
            </a:r>
            <a:br>
              <a:rPr lang="ja-JP" altLang="en-US" sz="1800" dirty="0"/>
            </a:br>
            <a:r>
              <a:rPr lang="en-US" altLang="ja-JP" sz="1800" dirty="0"/>
              <a:t>-</a:t>
            </a:r>
            <a:r>
              <a:rPr lang="ja-JP" altLang="en-US" sz="1800" dirty="0"/>
              <a:t> </a:t>
            </a:r>
            <a:r>
              <a:rPr lang="ja-JP" altLang="en-US" sz="1800" b="1" dirty="0"/>
              <a:t>**高速**</a:t>
            </a:r>
            <a:r>
              <a:rPr lang="ja-JP" altLang="en-US" sz="1800" dirty="0"/>
              <a:t> </a:t>
            </a:r>
            <a:r>
              <a:rPr lang="en-US" altLang="ja-JP" sz="1800" dirty="0"/>
              <a:t>— Rust</a:t>
            </a:r>
            <a:r>
              <a:rPr lang="ja-JP" altLang="en-US" sz="1800" dirty="0"/>
              <a:t>コンパイルによるネイティブ級パフォーマンス（</a:t>
            </a:r>
            <a:r>
              <a:rPr lang="en-US" altLang="ja-JP" sz="1800" dirty="0"/>
              <a:t>PDF</a:t>
            </a:r>
            <a:r>
              <a:rPr lang="ja-JP" altLang="en-US" sz="1800" dirty="0"/>
              <a:t>は</a:t>
            </a:r>
            <a:r>
              <a:rPr lang="en-US" altLang="ja-JP" sz="1800" dirty="0"/>
              <a:t>0.2</a:t>
            </a:r>
            <a:r>
              <a:rPr lang="ja-JP" altLang="en-US" sz="1800" dirty="0"/>
              <a:t>秒、</a:t>
            </a:r>
            <a:r>
              <a:rPr lang="en-US" altLang="ja-JP" sz="1800" dirty="0"/>
              <a:t>DOCX/XLSX</a:t>
            </a:r>
            <a:r>
              <a:rPr lang="ja-JP" altLang="en-US" sz="1800" dirty="0"/>
              <a:t>は数</a:t>
            </a:r>
            <a:r>
              <a:rPr lang="en-US" altLang="ja-JP" sz="1800" dirty="0" err="1"/>
              <a:t>ms</a:t>
            </a:r>
            <a:r>
              <a:rPr lang="ja-JP" altLang="en-US" sz="1800" dirty="0"/>
              <a:t>）</a:t>
            </a:r>
            <a:br>
              <a:rPr lang="ja-JP" altLang="en-US" sz="1800" dirty="0"/>
            </a:br>
            <a:r>
              <a:rPr lang="en-US" altLang="ja-JP" sz="1800" dirty="0"/>
              <a:t>- </a:t>
            </a:r>
            <a:r>
              <a:rPr lang="en-US" altLang="ja-JP" sz="1800" b="1" dirty="0"/>
              <a:t>**</a:t>
            </a:r>
            <a:r>
              <a:rPr lang="ja-JP" altLang="en-US" sz="1800" b="1" dirty="0"/>
              <a:t>ページ単位の抽出**</a:t>
            </a:r>
            <a:r>
              <a:rPr lang="ja-JP" altLang="en-US" sz="1800" dirty="0"/>
              <a:t> </a:t>
            </a:r>
            <a:r>
              <a:rPr lang="en-US" altLang="ja-JP" sz="1800" dirty="0"/>
              <a:t>— PDF→</a:t>
            </a:r>
            <a:r>
              <a:rPr lang="ja-JP" altLang="en-US" sz="1800" dirty="0"/>
              <a:t>ページ、</a:t>
            </a:r>
            <a:r>
              <a:rPr lang="en-US" altLang="ja-JP" sz="1800" dirty="0"/>
              <a:t>PPTX→</a:t>
            </a:r>
            <a:r>
              <a:rPr lang="ja-JP" altLang="en-US" sz="1800" dirty="0"/>
              <a:t>スライド、</a:t>
            </a:r>
            <a:r>
              <a:rPr lang="en-US" altLang="ja-JP" sz="1800" dirty="0"/>
              <a:t>XLSX→</a:t>
            </a:r>
            <a:r>
              <a:rPr lang="ja-JP" altLang="en-US" sz="1800" dirty="0"/>
              <a:t>シートごとに配列で返却</a:t>
            </a:r>
            <a:br>
              <a:rPr lang="ja-JP" altLang="en-US" sz="1800" dirty="0"/>
            </a:br>
            <a:r>
              <a:rPr lang="en-US" altLang="ja-JP" sz="1800" dirty="0"/>
              <a:t>-</a:t>
            </a:r>
            <a:r>
              <a:rPr lang="ja-JP" altLang="en-US" sz="1800" dirty="0"/>
              <a:t> </a:t>
            </a:r>
            <a:r>
              <a:rPr lang="ja-JP" altLang="en-US" sz="1800" b="1" dirty="0"/>
              <a:t>**</a:t>
            </a:r>
            <a:r>
              <a:rPr lang="en-US" altLang="ja-JP" sz="1800" b="1" dirty="0"/>
              <a:t>Web Worker</a:t>
            </a:r>
            <a:r>
              <a:rPr lang="ja-JP" altLang="en-US" sz="1800" b="1" dirty="0"/>
              <a:t>対応**</a:t>
            </a:r>
            <a:r>
              <a:rPr lang="ja-JP" altLang="en-US" sz="1800" dirty="0"/>
              <a:t> </a:t>
            </a:r>
            <a:r>
              <a:rPr lang="en-US" altLang="ja-JP" sz="1800" dirty="0"/>
              <a:t>— </a:t>
            </a:r>
            <a:r>
              <a:rPr lang="ja-JP" altLang="en-US" sz="1800" dirty="0"/>
              <a:t>メインスレッドをブロックしない非同期処理</a:t>
            </a:r>
            <a:br>
              <a:rPr lang="ja-JP" altLang="en-US" sz="1800" dirty="0"/>
            </a:br>
            <a:r>
              <a:rPr lang="en-US" altLang="ja-JP" sz="1800" dirty="0"/>
              <a:t>-</a:t>
            </a:r>
            <a:r>
              <a:rPr lang="ja-JP" altLang="en-US" sz="1800" dirty="0"/>
              <a:t> </a:t>
            </a:r>
            <a:r>
              <a:rPr lang="ja-JP" altLang="en-US" sz="1800" b="1" dirty="0"/>
              <a:t>**メタデータ付き**</a:t>
            </a:r>
            <a:r>
              <a:rPr lang="ja-JP" altLang="en-US" sz="1800" dirty="0"/>
              <a:t> </a:t>
            </a:r>
            <a:r>
              <a:rPr lang="en-US" altLang="ja-JP" sz="1800" dirty="0"/>
              <a:t>— </a:t>
            </a:r>
            <a:r>
              <a:rPr lang="ja-JP" altLang="en-US" sz="1800" dirty="0"/>
              <a:t>ファイル名、サイズ、ページ数、文字数、処理時間を自動計測</a:t>
            </a:r>
            <a:br>
              <a:rPr lang="ja-JP" altLang="en-US" sz="1800" dirty="0"/>
            </a:br>
            <a:r>
              <a:rPr lang="en-US" altLang="ja-JP" sz="1800" dirty="0"/>
              <a:t>-</a:t>
            </a:r>
            <a:r>
              <a:rPr lang="ja-JP" altLang="en-US" sz="1800" dirty="0"/>
              <a:t> </a:t>
            </a:r>
            <a:r>
              <a:rPr lang="ja-JP" altLang="en-US" sz="1800" b="1" dirty="0"/>
              <a:t>**</a:t>
            </a:r>
            <a:r>
              <a:rPr lang="en-US" altLang="ja-JP" sz="1800" b="1" dirty="0"/>
              <a:t>TypeScript**</a:t>
            </a:r>
            <a:r>
              <a:rPr lang="en-US" altLang="ja-JP" sz="1800" dirty="0"/>
              <a:t> — </a:t>
            </a:r>
            <a:r>
              <a:rPr lang="ja-JP" altLang="en-US" sz="1800" dirty="0"/>
              <a:t>完全な型定義付き</a:t>
            </a:r>
            <a:endParaRPr lang="en-US" altLang="ja-JP" sz="1800" dirty="0"/>
          </a:p>
        </p:txBody>
      </p:sp>
    </p:spTree>
    <p:extLst>
      <p:ext uri="{BB962C8B-B14F-4D97-AF65-F5344CB8AC3E}">
        <p14:creationId xmlns:p14="http://schemas.microsoft.com/office/powerpoint/2010/main" val="4103388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D061-D141-F06B-9B6E-FA1A17E2DA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7E927AE-6790-83D1-BC13-057F859AB342}"/>
              </a:ext>
            </a:extLst>
          </p:cNvPr>
          <p:cNvSpPr>
            <a:spLocks noGrp="1"/>
          </p:cNvSpPr>
          <p:nvPr>
            <p:ph type="ctrTitle"/>
          </p:nvPr>
        </p:nvSpPr>
        <p:spPr>
          <a:xfrm>
            <a:off x="0" y="0"/>
            <a:ext cx="12192000" cy="6858000"/>
          </a:xfrm>
        </p:spPr>
        <p:txBody>
          <a:bodyPr anchor="t">
            <a:noAutofit/>
          </a:bodyPr>
          <a:lstStyle/>
          <a:p>
            <a:r>
              <a:rPr lang="en-US" altLang="ja-JP" sz="1800" b="1" dirty="0"/>
              <a:t>## Supported Formats</a:t>
            </a:r>
            <a:br>
              <a:rPr lang="en-US" altLang="ja-JP" sz="1800" dirty="0"/>
            </a:br>
            <a:br>
              <a:rPr lang="en-US" altLang="ja-JP" sz="1800" dirty="0"/>
            </a:br>
            <a:br>
              <a:rPr lang="en-US" altLang="ja-JP" sz="1800" dirty="0"/>
            </a:br>
            <a:r>
              <a:rPr lang="en-US" altLang="ja-JP" sz="1800" dirty="0"/>
              <a:t>| Format | Engine | Output |</a:t>
            </a:r>
            <a:br>
              <a:rPr lang="en-US" altLang="ja-JP" sz="1800" dirty="0"/>
            </a:br>
            <a:r>
              <a:rPr lang="en-US" altLang="ja-JP" sz="1800" dirty="0"/>
              <a:t>|--------|--------|--------|</a:t>
            </a:r>
            <a:br>
              <a:rPr lang="en-US" altLang="ja-JP" sz="1800" dirty="0"/>
            </a:br>
            <a:r>
              <a:rPr lang="en-US" altLang="ja-JP" sz="1800" dirty="0"/>
              <a:t>| PDF | [pdf-extract](</a:t>
            </a:r>
            <a:r>
              <a:rPr lang="en-US" altLang="ja-JP" sz="1800" u="sng" dirty="0"/>
              <a:t>https://crates.io/crates/pdf-extract</a:t>
            </a:r>
            <a:r>
              <a:rPr lang="en-US" altLang="ja-JP" sz="1800" dirty="0"/>
              <a:t>) | </a:t>
            </a:r>
            <a:r>
              <a:rPr lang="ja-JP" altLang="en-US" sz="1800" dirty="0"/>
              <a:t>ページごとのテキスト配列 </a:t>
            </a:r>
            <a:r>
              <a:rPr lang="en-US" altLang="ja-JP" sz="1800" dirty="0"/>
              <a:t>|</a:t>
            </a:r>
            <a:br>
              <a:rPr lang="en-US" altLang="ja-JP" sz="1800" dirty="0"/>
            </a:br>
            <a:r>
              <a:rPr lang="en-US" altLang="ja-JP" sz="1800" dirty="0"/>
              <a:t>| DOCX | ZIP + XML parse | </a:t>
            </a:r>
            <a:r>
              <a:rPr lang="ja-JP" altLang="en-US" sz="1800" dirty="0"/>
              <a:t>ドキュメント全体のテキスト </a:t>
            </a:r>
            <a:r>
              <a:rPr lang="en-US" altLang="ja-JP" sz="1800" dirty="0"/>
              <a:t>|</a:t>
            </a:r>
            <a:br>
              <a:rPr lang="en-US" altLang="ja-JP" sz="1800" dirty="0"/>
            </a:br>
            <a:r>
              <a:rPr lang="en-US" altLang="ja-JP" sz="1800" dirty="0"/>
              <a:t>| XLSX | [calamine](</a:t>
            </a:r>
            <a:r>
              <a:rPr lang="en-US" altLang="ja-JP" sz="1800" u="sng" dirty="0"/>
              <a:t>https://crates.io/crates/calamine</a:t>
            </a:r>
            <a:r>
              <a:rPr lang="en-US" altLang="ja-JP" sz="1800" dirty="0"/>
              <a:t>) | </a:t>
            </a:r>
            <a:r>
              <a:rPr lang="ja-JP" altLang="en-US" sz="1800" dirty="0"/>
              <a:t>シートごとのテキスト配列（タブ区切り） </a:t>
            </a:r>
            <a:r>
              <a:rPr lang="en-US" altLang="ja-JP" sz="1800" dirty="0"/>
              <a:t>|</a:t>
            </a:r>
            <a:br>
              <a:rPr lang="en-US" altLang="ja-JP" sz="1800" dirty="0"/>
            </a:br>
            <a:r>
              <a:rPr lang="en-US" altLang="ja-JP" sz="1800" dirty="0"/>
              <a:t>| PPTX | ZIP + XML parse | </a:t>
            </a:r>
            <a:r>
              <a:rPr lang="ja-JP" altLang="en-US" sz="1800" dirty="0"/>
              <a:t>スライドごとのテキスト配列 </a:t>
            </a:r>
            <a:r>
              <a:rPr lang="en-US" altLang="ja-JP" sz="1800" dirty="0"/>
              <a:t>|</a:t>
            </a:r>
            <a:br>
              <a:rPr lang="en-US" altLang="ja-JP" sz="1800" dirty="0"/>
            </a:br>
            <a:r>
              <a:rPr lang="en-US" altLang="ja-JP" sz="1800" dirty="0"/>
              <a:t>| TXT | UTF-8 decode | </a:t>
            </a:r>
            <a:r>
              <a:rPr lang="ja-JP" altLang="en-US" sz="1800" dirty="0"/>
              <a:t>そのままのテキスト </a:t>
            </a:r>
            <a:r>
              <a:rPr lang="en-US" altLang="ja-JP" sz="1800" dirty="0"/>
              <a:t>|</a:t>
            </a:r>
            <a:br>
              <a:rPr lang="en-US" altLang="ja-JP" sz="1800" dirty="0"/>
            </a:br>
            <a:br>
              <a:rPr lang="en-US" altLang="ja-JP" sz="1800" dirty="0"/>
            </a:br>
            <a:br>
              <a:rPr lang="en-US" altLang="ja-JP" sz="1800" dirty="0"/>
            </a:br>
            <a:r>
              <a:rPr lang="en-US" altLang="ja-JP" sz="1800" dirty="0"/>
              <a:t>&gt;</a:t>
            </a:r>
            <a:r>
              <a:rPr lang="ja-JP" altLang="en-US" sz="1800" dirty="0"/>
              <a:t> </a:t>
            </a:r>
            <a:r>
              <a:rPr lang="ja-JP" altLang="en-US" sz="1800" b="1" dirty="0"/>
              <a:t>**</a:t>
            </a:r>
            <a:r>
              <a:rPr lang="en-US" altLang="ja-JP" sz="1800" b="1" dirty="0"/>
              <a:t>Note:**</a:t>
            </a:r>
            <a:r>
              <a:rPr lang="en-US" altLang="ja-JP" sz="1800" dirty="0"/>
              <a:t> </a:t>
            </a:r>
            <a:r>
              <a:rPr lang="ja-JP" altLang="en-US" sz="1800" dirty="0"/>
              <a:t>スキャン</a:t>
            </a:r>
            <a:r>
              <a:rPr lang="en-US" altLang="ja-JP" sz="1800" dirty="0"/>
              <a:t>PDF</a:t>
            </a:r>
            <a:r>
              <a:rPr lang="ja-JP" altLang="en-US" sz="1800" dirty="0"/>
              <a:t>やアウトライン化された</a:t>
            </a:r>
            <a:r>
              <a:rPr lang="en-US" altLang="ja-JP" sz="1800" dirty="0"/>
              <a:t>PDF</a:t>
            </a:r>
            <a:r>
              <a:rPr lang="ja-JP" altLang="en-US" sz="1800" dirty="0"/>
              <a:t>（テキストがベクターパスとして埋め込まれたもの）はテキスト抽出できません。</a:t>
            </a:r>
            <a:r>
              <a:rPr lang="en-US" altLang="ja-JP" sz="1800" dirty="0"/>
              <a:t>OCR</a:t>
            </a:r>
            <a:r>
              <a:rPr lang="ja-JP" altLang="en-US" sz="1800" dirty="0"/>
              <a:t>が必要なケースはサーバーサイドでの処理を推奨します。</a:t>
            </a:r>
            <a:br>
              <a:rPr lang="ja-JP" altLang="en-US" sz="1800" dirty="0"/>
            </a:br>
            <a:br>
              <a:rPr lang="ja-JP" altLang="en-US" sz="1800" dirty="0"/>
            </a:br>
            <a:br>
              <a:rPr lang="ja-JP" altLang="en-US" sz="1800" dirty="0"/>
            </a:br>
            <a:r>
              <a:rPr lang="en-US" altLang="ja-JP" sz="1800" b="1" dirty="0"/>
              <a:t>## Installation</a:t>
            </a:r>
            <a:br>
              <a:rPr lang="en-US" altLang="ja-JP" sz="1800" dirty="0"/>
            </a:br>
            <a:br>
              <a:rPr lang="en-US" altLang="ja-JP" sz="1800" dirty="0"/>
            </a:br>
            <a:br>
              <a:rPr lang="en-US" altLang="ja-JP" sz="1800" dirty="0"/>
            </a:br>
            <a:r>
              <a:rPr lang="en-US" altLang="ja-JP" sz="1800" dirty="0"/>
              <a:t>```bash</a:t>
            </a:r>
            <a:br>
              <a:rPr lang="en-US" altLang="ja-JP" sz="1800" dirty="0"/>
            </a:br>
            <a:r>
              <a:rPr lang="en-US" altLang="ja-JP" sz="1800" dirty="0" err="1"/>
              <a:t>npm</a:t>
            </a:r>
            <a:r>
              <a:rPr lang="en-US" altLang="ja-JP" sz="1800" dirty="0"/>
              <a:t> install </a:t>
            </a:r>
            <a:r>
              <a:rPr lang="en-US" altLang="ja-JP" sz="1800" dirty="0" err="1"/>
              <a:t>documelt</a:t>
            </a:r>
            <a:br>
              <a:rPr lang="en-US" altLang="ja-JP" sz="1800" dirty="0"/>
            </a:br>
            <a:r>
              <a:rPr lang="en-US" altLang="ja-JP" sz="1800" dirty="0"/>
              <a:t>```</a:t>
            </a:r>
            <a:br>
              <a:rPr lang="en-US" altLang="ja-JP" sz="1800" dirty="0"/>
            </a:br>
            <a:endParaRPr lang="en-US" altLang="ja-JP" sz="1800" dirty="0"/>
          </a:p>
        </p:txBody>
      </p:sp>
    </p:spTree>
    <p:extLst>
      <p:ext uri="{BB962C8B-B14F-4D97-AF65-F5344CB8AC3E}">
        <p14:creationId xmlns:p14="http://schemas.microsoft.com/office/powerpoint/2010/main" val="1173680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2738-BE50-6DEF-6380-14A4731F3E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A1EA3F-959C-95D4-24E0-1B9A9277FC83}"/>
              </a:ext>
            </a:extLst>
          </p:cNvPr>
          <p:cNvSpPr>
            <a:spLocks noGrp="1"/>
          </p:cNvSpPr>
          <p:nvPr>
            <p:ph type="ctrTitle"/>
          </p:nvPr>
        </p:nvSpPr>
        <p:spPr>
          <a:xfrm>
            <a:off x="0" y="0"/>
            <a:ext cx="12192000" cy="6858000"/>
          </a:xfrm>
        </p:spPr>
        <p:txBody>
          <a:bodyPr anchor="t">
            <a:noAutofit/>
          </a:bodyPr>
          <a:lstStyle/>
          <a:p>
            <a:br>
              <a:rPr lang="en-US" altLang="ja-JP" sz="1000" dirty="0"/>
            </a:br>
            <a:br>
              <a:rPr lang="en-US" altLang="ja-JP" sz="1000" dirty="0"/>
            </a:br>
            <a:r>
              <a:rPr lang="en-US" altLang="ja-JP" sz="1000" b="1" dirty="0"/>
              <a:t>## Quick Start</a:t>
            </a:r>
            <a:br>
              <a:rPr lang="en-US" altLang="ja-JP" sz="1000" dirty="0"/>
            </a:br>
            <a:br>
              <a:rPr lang="en-US" altLang="ja-JP" sz="1000" dirty="0"/>
            </a:br>
            <a:br>
              <a:rPr lang="en-US" altLang="ja-JP" sz="1000" dirty="0"/>
            </a:br>
            <a:r>
              <a:rPr lang="en-US" altLang="ja-JP" sz="1000" dirty="0"/>
              <a:t>```typescript</a:t>
            </a:r>
            <a:br>
              <a:rPr lang="en-US" altLang="ja-JP" sz="1000" dirty="0"/>
            </a:br>
            <a:r>
              <a:rPr lang="en-US" altLang="ja-JP" sz="1000" dirty="0"/>
              <a:t>import { </a:t>
            </a:r>
            <a:r>
              <a:rPr lang="en-US" altLang="ja-JP" sz="1000" dirty="0" err="1"/>
              <a:t>extractFromFile</a:t>
            </a:r>
            <a:r>
              <a:rPr lang="en-US" altLang="ja-JP" sz="1000" dirty="0"/>
              <a:t> } from '</a:t>
            </a:r>
            <a:r>
              <a:rPr lang="en-US" altLang="ja-JP" sz="1000" dirty="0" err="1"/>
              <a:t>documelt</a:t>
            </a:r>
            <a:r>
              <a:rPr lang="en-US" altLang="ja-JP" sz="1000" dirty="0"/>
              <a:t>';</a:t>
            </a:r>
            <a:br>
              <a:rPr lang="en-US" altLang="ja-JP" sz="1000" dirty="0"/>
            </a:br>
            <a:br>
              <a:rPr lang="en-US" altLang="ja-JP" sz="1000" dirty="0"/>
            </a:br>
            <a:br>
              <a:rPr lang="en-US" altLang="ja-JP" sz="1000" dirty="0"/>
            </a:br>
            <a:r>
              <a:rPr lang="en-US" altLang="ja-JP" sz="1000" dirty="0"/>
              <a:t>// </a:t>
            </a:r>
            <a:r>
              <a:rPr lang="ja-JP" altLang="en-US" sz="1000" dirty="0"/>
              <a:t>ファイル選択イベントから</a:t>
            </a:r>
            <a:br>
              <a:rPr lang="ja-JP" altLang="en-US" sz="1000" dirty="0"/>
            </a:br>
            <a:r>
              <a:rPr lang="en-US" altLang="ja-JP" sz="1000" dirty="0"/>
              <a:t>const input = </a:t>
            </a:r>
            <a:r>
              <a:rPr lang="en-US" altLang="ja-JP" sz="1000" dirty="0" err="1"/>
              <a:t>document.querySelector</a:t>
            </a:r>
            <a:r>
              <a:rPr lang="en-US" altLang="ja-JP" sz="1000" dirty="0"/>
              <a:t>&lt;</a:t>
            </a:r>
            <a:r>
              <a:rPr lang="en-US" altLang="ja-JP" sz="1000" dirty="0" err="1"/>
              <a:t>HTMLInputElement</a:t>
            </a:r>
            <a:r>
              <a:rPr lang="en-US" altLang="ja-JP" sz="1000" dirty="0"/>
              <a:t>&gt;('#file');</a:t>
            </a:r>
            <a:br>
              <a:rPr lang="en-US" altLang="ja-JP" sz="1000" dirty="0"/>
            </a:br>
            <a:r>
              <a:rPr lang="en-US" altLang="ja-JP" sz="1000" dirty="0" err="1"/>
              <a:t>input.addEventListener</a:t>
            </a:r>
            <a:r>
              <a:rPr lang="en-US" altLang="ja-JP" sz="1000" dirty="0"/>
              <a:t>('change', async () =&gt; {</a:t>
            </a:r>
            <a:br>
              <a:rPr lang="en-US" altLang="ja-JP" sz="1000" dirty="0"/>
            </a:br>
            <a:r>
              <a:rPr lang="en-US" altLang="ja-JP" sz="1000" dirty="0"/>
              <a:t>  const result = await </a:t>
            </a:r>
            <a:r>
              <a:rPr lang="en-US" altLang="ja-JP" sz="1000" dirty="0" err="1"/>
              <a:t>extractFromFile</a:t>
            </a:r>
            <a:r>
              <a:rPr lang="en-US" altLang="ja-JP" sz="1000" dirty="0"/>
              <a:t>(</a:t>
            </a:r>
            <a:r>
              <a:rPr lang="en-US" altLang="ja-JP" sz="1000" dirty="0" err="1"/>
              <a:t>input.files</a:t>
            </a:r>
            <a:r>
              <a:rPr lang="en-US" altLang="ja-JP" sz="1000" dirty="0"/>
              <a:t>[0]);</a:t>
            </a:r>
            <a:br>
              <a:rPr lang="en-US" altLang="ja-JP" sz="1000" dirty="0"/>
            </a:br>
            <a:br>
              <a:rPr lang="en-US" altLang="ja-JP" sz="1000" dirty="0"/>
            </a:br>
            <a:br>
              <a:rPr lang="en-US" altLang="ja-JP" sz="1000" dirty="0"/>
            </a:br>
            <a:r>
              <a:rPr lang="en-US" altLang="ja-JP" sz="1000" dirty="0"/>
              <a:t>  if (</a:t>
            </a:r>
            <a:r>
              <a:rPr lang="en-US" altLang="ja-JP" sz="1000" dirty="0" err="1"/>
              <a:t>result.success</a:t>
            </a:r>
            <a:r>
              <a:rPr lang="en-US" altLang="ja-JP" sz="1000" dirty="0"/>
              <a:t>) {</a:t>
            </a:r>
            <a:br>
              <a:rPr lang="en-US" altLang="ja-JP" sz="1000" dirty="0"/>
            </a:br>
            <a:r>
              <a:rPr lang="en-US" altLang="ja-JP" sz="1000" dirty="0"/>
              <a:t>    // </a:t>
            </a:r>
            <a:r>
              <a:rPr lang="ja-JP" altLang="en-US" sz="1000" dirty="0"/>
              <a:t>ページ単位の配列</a:t>
            </a:r>
            <a:br>
              <a:rPr lang="ja-JP" altLang="en-US" sz="1000" dirty="0"/>
            </a:br>
            <a:r>
              <a:rPr lang="ja-JP" altLang="en-US" sz="1000" dirty="0"/>
              <a:t>    </a:t>
            </a:r>
            <a:r>
              <a:rPr lang="en-US" altLang="ja-JP" sz="1000" dirty="0"/>
              <a:t>console.log(</a:t>
            </a:r>
            <a:r>
              <a:rPr lang="en-US" altLang="ja-JP" sz="1000" dirty="0" err="1"/>
              <a:t>result.texts</a:t>
            </a:r>
            <a:r>
              <a:rPr lang="en-US" altLang="ja-JP" sz="1000" dirty="0"/>
              <a:t>);          // ['Page 1 text...', 'Page 2 text...', ...]</a:t>
            </a:r>
            <a:br>
              <a:rPr lang="en-US" altLang="ja-JP" sz="1000" dirty="0"/>
            </a:br>
            <a:br>
              <a:rPr lang="en-US" altLang="ja-JP" sz="1000" dirty="0"/>
            </a:br>
            <a:br>
              <a:rPr lang="en-US" altLang="ja-JP" sz="1000" dirty="0"/>
            </a:br>
            <a:r>
              <a:rPr lang="en-US" altLang="ja-JP" sz="1000" dirty="0"/>
              <a:t>    // </a:t>
            </a:r>
            <a:r>
              <a:rPr lang="ja-JP" altLang="en-US" sz="1000" dirty="0"/>
              <a:t>全文を</a:t>
            </a:r>
            <a:r>
              <a:rPr lang="en-US" altLang="ja-JP" sz="1000" dirty="0"/>
              <a:t>1</a:t>
            </a:r>
            <a:r>
              <a:rPr lang="ja-JP" altLang="en-US" sz="1000" dirty="0"/>
              <a:t>つの文字列として</a:t>
            </a:r>
            <a:br>
              <a:rPr lang="ja-JP" altLang="en-US" sz="1000" dirty="0"/>
            </a:br>
            <a:r>
              <a:rPr lang="ja-JP" altLang="en-US" sz="1000" dirty="0"/>
              <a:t>    </a:t>
            </a:r>
            <a:r>
              <a:rPr lang="en-US" altLang="ja-JP" sz="1000" dirty="0"/>
              <a:t>console.log(</a:t>
            </a:r>
            <a:r>
              <a:rPr lang="en-US" altLang="ja-JP" sz="1000" dirty="0" err="1"/>
              <a:t>result.texts.join</a:t>
            </a:r>
            <a:r>
              <a:rPr lang="en-US" altLang="ja-JP" sz="1000" dirty="0"/>
              <a:t>('\n'));</a:t>
            </a:r>
            <a:br>
              <a:rPr lang="en-US" altLang="ja-JP" sz="1000" dirty="0"/>
            </a:br>
            <a:br>
              <a:rPr lang="en-US" altLang="ja-JP" sz="1000" dirty="0"/>
            </a:br>
            <a:br>
              <a:rPr lang="en-US" altLang="ja-JP" sz="1000" dirty="0"/>
            </a:br>
            <a:r>
              <a:rPr lang="en-US" altLang="ja-JP" sz="1000" dirty="0"/>
              <a:t>    // </a:t>
            </a:r>
            <a:r>
              <a:rPr lang="ja-JP" altLang="en-US" sz="1000" dirty="0"/>
              <a:t>メタデータ</a:t>
            </a:r>
            <a:br>
              <a:rPr lang="ja-JP" altLang="en-US" sz="1000" dirty="0"/>
            </a:br>
            <a:r>
              <a:rPr lang="ja-JP" altLang="en-US" sz="1000" dirty="0"/>
              <a:t>    </a:t>
            </a:r>
            <a:r>
              <a:rPr lang="en-US" altLang="ja-JP" sz="1000" dirty="0"/>
              <a:t>console.log(</a:t>
            </a:r>
            <a:r>
              <a:rPr lang="en-US" altLang="ja-JP" sz="1000" dirty="0" err="1"/>
              <a:t>result.meta</a:t>
            </a:r>
            <a:r>
              <a:rPr lang="en-US" altLang="ja-JP" sz="1000" dirty="0"/>
              <a:t>);</a:t>
            </a:r>
            <a:br>
              <a:rPr lang="en-US" altLang="ja-JP" sz="1000" dirty="0"/>
            </a:br>
            <a:r>
              <a:rPr lang="en-US" altLang="ja-JP" sz="1000" dirty="0"/>
              <a:t>    // { filename: 'doc.pdf', extension: 'pdf', size: 204800, pages: 5, characters: 12000, time: 0.15 }</a:t>
            </a:r>
            <a:br>
              <a:rPr lang="en-US" altLang="ja-JP" sz="1000" dirty="0"/>
            </a:br>
            <a:r>
              <a:rPr lang="en-US" altLang="ja-JP" sz="1000" dirty="0"/>
              <a:t>  } else {</a:t>
            </a:r>
            <a:br>
              <a:rPr lang="en-US" altLang="ja-JP" sz="1000" dirty="0"/>
            </a:br>
            <a:r>
              <a:rPr lang="en-US" altLang="ja-JP" sz="1000" dirty="0"/>
              <a:t>    </a:t>
            </a:r>
            <a:r>
              <a:rPr lang="en-US" altLang="ja-JP" sz="1000" dirty="0" err="1"/>
              <a:t>console.error</a:t>
            </a:r>
            <a:r>
              <a:rPr lang="en-US" altLang="ja-JP" sz="1000" dirty="0"/>
              <a:t>(</a:t>
            </a:r>
            <a:r>
              <a:rPr lang="en-US" altLang="ja-JP" sz="1000" dirty="0" err="1"/>
              <a:t>result.error</a:t>
            </a:r>
            <a:r>
              <a:rPr lang="en-US" altLang="ja-JP" sz="1000" dirty="0"/>
              <a:t>);</a:t>
            </a:r>
            <a:br>
              <a:rPr lang="en-US" altLang="ja-JP" sz="1000" dirty="0"/>
            </a:br>
            <a:r>
              <a:rPr lang="en-US" altLang="ja-JP" sz="1000" dirty="0"/>
              <a:t>  }</a:t>
            </a:r>
            <a:br>
              <a:rPr lang="en-US" altLang="ja-JP" sz="1000" dirty="0"/>
            </a:br>
            <a:r>
              <a:rPr lang="en-US" altLang="ja-JP" sz="1000" dirty="0"/>
              <a:t>});</a:t>
            </a:r>
            <a:br>
              <a:rPr lang="en-US" altLang="ja-JP" sz="1000" dirty="0"/>
            </a:br>
            <a:r>
              <a:rPr lang="en-US" altLang="ja-JP" sz="1000" dirty="0"/>
              <a:t>```</a:t>
            </a:r>
            <a:br>
              <a:rPr lang="en-US" altLang="ja-JP" sz="1000" dirty="0"/>
            </a:br>
            <a:br>
              <a:rPr lang="en-US" altLang="ja-JP" sz="1000" dirty="0"/>
            </a:br>
            <a:br>
              <a:rPr lang="en-US" altLang="ja-JP" sz="1000" dirty="0"/>
            </a:br>
            <a:r>
              <a:rPr lang="en-US" altLang="ja-JP" sz="1000" dirty="0"/>
              <a:t>WASM </a:t>
            </a:r>
            <a:r>
              <a:rPr lang="ja-JP" altLang="en-US" sz="1000" dirty="0"/>
              <a:t>の初期化は初回呼び出し時に自動で行われます。</a:t>
            </a:r>
            <a:r>
              <a:rPr lang="en-US" altLang="ja-JP" sz="1000" dirty="0"/>
              <a:t>`</a:t>
            </a:r>
            <a:r>
              <a:rPr lang="en-US" altLang="ja-JP" sz="1000" dirty="0" err="1"/>
              <a:t>init</a:t>
            </a:r>
            <a:r>
              <a:rPr lang="en-US" altLang="ja-JP" sz="1000" dirty="0"/>
              <a:t>()` </a:t>
            </a:r>
            <a:r>
              <a:rPr lang="ja-JP" altLang="en-US" sz="1000" dirty="0"/>
              <a:t>を明示的に呼ぶ必要はありません。</a:t>
            </a:r>
            <a:br>
              <a:rPr lang="ja-JP" altLang="en-US" sz="1000" dirty="0"/>
            </a:br>
            <a:br>
              <a:rPr lang="ja-JP" altLang="en-US" sz="1000" dirty="0"/>
            </a:br>
            <a:br>
              <a:rPr lang="ja-JP" altLang="en-US" sz="1000" dirty="0"/>
            </a:br>
            <a:endParaRPr lang="en-US" altLang="ja-JP" sz="1000" dirty="0"/>
          </a:p>
        </p:txBody>
      </p:sp>
    </p:spTree>
    <p:extLst>
      <p:ext uri="{BB962C8B-B14F-4D97-AF65-F5344CB8AC3E}">
        <p14:creationId xmlns:p14="http://schemas.microsoft.com/office/powerpoint/2010/main" val="1511884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3F81-C4D6-B8B5-2EEE-0616E8C61B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CB0C1B-1C48-EA36-E3B7-E94B1A5D890F}"/>
              </a:ext>
            </a:extLst>
          </p:cNvPr>
          <p:cNvSpPr>
            <a:spLocks noGrp="1"/>
          </p:cNvSpPr>
          <p:nvPr>
            <p:ph type="ctrTitle"/>
          </p:nvPr>
        </p:nvSpPr>
        <p:spPr>
          <a:xfrm>
            <a:off x="0" y="0"/>
            <a:ext cx="12192000" cy="6858000"/>
          </a:xfrm>
        </p:spPr>
        <p:txBody>
          <a:bodyPr anchor="t">
            <a:noAutofit/>
          </a:bodyPr>
          <a:lstStyle/>
          <a:p>
            <a:br>
              <a:rPr lang="en-US" altLang="ja-JP" sz="700" dirty="0"/>
            </a:br>
            <a:br>
              <a:rPr lang="en-US" altLang="ja-JP" sz="700" dirty="0"/>
            </a:br>
            <a:r>
              <a:rPr lang="en-US" altLang="ja-JP" sz="700" b="1" dirty="0"/>
              <a:t>## Usage</a:t>
            </a:r>
            <a:br>
              <a:rPr lang="en-US" altLang="ja-JP" sz="700" dirty="0"/>
            </a:br>
            <a:br>
              <a:rPr lang="en-US" altLang="ja-JP" sz="700" dirty="0"/>
            </a:br>
            <a:br>
              <a:rPr lang="en-US" altLang="ja-JP" sz="700" dirty="0"/>
            </a:br>
            <a:r>
              <a:rPr lang="en-US" altLang="ja-JP" sz="700" b="1" dirty="0"/>
              <a:t>### Browser (Main Thread)</a:t>
            </a:r>
            <a:br>
              <a:rPr lang="en-US" altLang="ja-JP" sz="700" dirty="0"/>
            </a:br>
            <a:br>
              <a:rPr lang="en-US" altLang="ja-JP" sz="700" dirty="0"/>
            </a:br>
            <a:br>
              <a:rPr lang="en-US" altLang="ja-JP" sz="700" dirty="0"/>
            </a:br>
            <a:r>
              <a:rPr lang="en-US" altLang="ja-JP" sz="700" dirty="0"/>
              <a:t>```typescript</a:t>
            </a:r>
            <a:br>
              <a:rPr lang="en-US" altLang="ja-JP" sz="700" dirty="0"/>
            </a:br>
            <a:r>
              <a:rPr lang="en-US" altLang="ja-JP" sz="700" dirty="0"/>
              <a:t>import { extract, </a:t>
            </a:r>
            <a:r>
              <a:rPr lang="en-US" altLang="ja-JP" sz="700" dirty="0" err="1"/>
              <a:t>extractFromFile</a:t>
            </a:r>
            <a:r>
              <a:rPr lang="en-US" altLang="ja-JP" sz="700" dirty="0"/>
              <a:t>, </a:t>
            </a:r>
            <a:r>
              <a:rPr lang="en-US" altLang="ja-JP" sz="700" dirty="0" err="1"/>
              <a:t>isSupported</a:t>
            </a:r>
            <a:r>
              <a:rPr lang="en-US" altLang="ja-JP" sz="700" dirty="0"/>
              <a:t> } from '</a:t>
            </a:r>
            <a:r>
              <a:rPr lang="en-US" altLang="ja-JP" sz="700" dirty="0" err="1"/>
              <a:t>documelt</a:t>
            </a:r>
            <a:r>
              <a:rPr lang="en-US" altLang="ja-JP" sz="700" dirty="0"/>
              <a:t>';</a:t>
            </a:r>
            <a:br>
              <a:rPr lang="en-US" altLang="ja-JP" sz="700" dirty="0"/>
            </a:br>
            <a:br>
              <a:rPr lang="en-US" altLang="ja-JP" sz="700" dirty="0"/>
            </a:br>
            <a:br>
              <a:rPr lang="en-US" altLang="ja-JP" sz="700" dirty="0"/>
            </a:br>
            <a:r>
              <a:rPr lang="en-US" altLang="ja-JP" sz="700" dirty="0"/>
              <a:t>// File API </a:t>
            </a:r>
            <a:r>
              <a:rPr lang="ja-JP" altLang="en-US" sz="700" dirty="0"/>
              <a:t>から</a:t>
            </a:r>
            <a:br>
              <a:rPr lang="ja-JP" altLang="en-US" sz="700" dirty="0"/>
            </a:br>
            <a:r>
              <a:rPr lang="en-US" altLang="ja-JP" sz="700" dirty="0"/>
              <a:t>const result = await </a:t>
            </a:r>
            <a:r>
              <a:rPr lang="en-US" altLang="ja-JP" sz="700" dirty="0" err="1"/>
              <a:t>extractFromFile</a:t>
            </a:r>
            <a:r>
              <a:rPr lang="en-US" altLang="ja-JP" sz="700" dirty="0"/>
              <a:t>(file);</a:t>
            </a:r>
            <a:br>
              <a:rPr lang="en-US" altLang="ja-JP" sz="700" dirty="0"/>
            </a:br>
            <a:br>
              <a:rPr lang="en-US" altLang="ja-JP" sz="700" dirty="0"/>
            </a:br>
            <a:br>
              <a:rPr lang="en-US" altLang="ja-JP" sz="700" dirty="0"/>
            </a:br>
            <a:r>
              <a:rPr lang="en-US" altLang="ja-JP" sz="700" dirty="0"/>
              <a:t>// Uint8Array + </a:t>
            </a:r>
            <a:r>
              <a:rPr lang="ja-JP" altLang="en-US" sz="700" dirty="0"/>
              <a:t>拡張子を直接指定</a:t>
            </a:r>
            <a:br>
              <a:rPr lang="ja-JP" altLang="en-US" sz="700" dirty="0"/>
            </a:br>
            <a:r>
              <a:rPr lang="en-US" altLang="ja-JP" sz="700" dirty="0"/>
              <a:t>const result = await extract(uint8Array, 'pdf', 'report.pdf');</a:t>
            </a:r>
            <a:br>
              <a:rPr lang="en-US" altLang="ja-JP" sz="700" dirty="0"/>
            </a:br>
            <a:br>
              <a:rPr lang="en-US" altLang="ja-JP" sz="700" dirty="0"/>
            </a:br>
            <a:br>
              <a:rPr lang="en-US" altLang="ja-JP" sz="700" dirty="0"/>
            </a:br>
            <a:r>
              <a:rPr lang="en-US" altLang="ja-JP" sz="700" dirty="0"/>
              <a:t>// </a:t>
            </a:r>
            <a:r>
              <a:rPr lang="ja-JP" altLang="en-US" sz="700" dirty="0"/>
              <a:t>対応フォーマット判定</a:t>
            </a:r>
            <a:br>
              <a:rPr lang="ja-JP" altLang="en-US" sz="700" dirty="0"/>
            </a:br>
            <a:r>
              <a:rPr lang="en-US" altLang="ja-JP" sz="700" dirty="0" err="1"/>
              <a:t>isSupported</a:t>
            </a:r>
            <a:r>
              <a:rPr lang="en-US" altLang="ja-JP" sz="700" dirty="0"/>
              <a:t>('report.pdf');   // true</a:t>
            </a:r>
            <a:br>
              <a:rPr lang="en-US" altLang="ja-JP" sz="700" dirty="0"/>
            </a:br>
            <a:r>
              <a:rPr lang="en-US" altLang="ja-JP" sz="700" dirty="0" err="1"/>
              <a:t>isSupported</a:t>
            </a:r>
            <a:r>
              <a:rPr lang="en-US" altLang="ja-JP" sz="700" dirty="0"/>
              <a:t>('image.png');    // false</a:t>
            </a:r>
            <a:br>
              <a:rPr lang="en-US" altLang="ja-JP" sz="700" dirty="0"/>
            </a:br>
            <a:r>
              <a:rPr lang="en-US" altLang="ja-JP" sz="700" dirty="0"/>
              <a:t>```</a:t>
            </a:r>
            <a:br>
              <a:rPr lang="en-US" altLang="ja-JP" sz="700" dirty="0"/>
            </a:br>
            <a:br>
              <a:rPr lang="en-US" altLang="ja-JP" sz="700" dirty="0"/>
            </a:br>
            <a:br>
              <a:rPr lang="en-US" altLang="ja-JP" sz="700" dirty="0"/>
            </a:br>
            <a:r>
              <a:rPr lang="en-US" altLang="ja-JP" sz="700" b="1" dirty="0"/>
              <a:t>### Browser (Web Worker)</a:t>
            </a:r>
            <a:br>
              <a:rPr lang="en-US" altLang="ja-JP" sz="700" dirty="0"/>
            </a:br>
            <a:br>
              <a:rPr lang="en-US" altLang="ja-JP" sz="700" dirty="0"/>
            </a:br>
            <a:br>
              <a:rPr lang="en-US" altLang="ja-JP" sz="700" dirty="0"/>
            </a:br>
            <a:r>
              <a:rPr lang="ja-JP" altLang="en-US" sz="700" dirty="0"/>
              <a:t>大きなファイルの処理でメインスレッドのブロックを避けたい場合に使用します。</a:t>
            </a:r>
            <a:br>
              <a:rPr lang="ja-JP" altLang="en-US" sz="700" dirty="0"/>
            </a:br>
            <a:br>
              <a:rPr lang="ja-JP" altLang="en-US" sz="700" dirty="0"/>
            </a:br>
            <a:br>
              <a:rPr lang="ja-JP" altLang="en-US" sz="700" dirty="0"/>
            </a:br>
            <a:r>
              <a:rPr lang="en-US" altLang="ja-JP" sz="700" dirty="0"/>
              <a:t>```typescript</a:t>
            </a:r>
            <a:br>
              <a:rPr lang="en-US" altLang="ja-JP" sz="700" dirty="0"/>
            </a:br>
            <a:r>
              <a:rPr lang="en-US" altLang="ja-JP" sz="700" dirty="0"/>
              <a:t>import { </a:t>
            </a:r>
            <a:r>
              <a:rPr lang="en-US" altLang="ja-JP" sz="700" dirty="0" err="1"/>
              <a:t>DocumeltWorker</a:t>
            </a:r>
            <a:r>
              <a:rPr lang="en-US" altLang="ja-JP" sz="700" dirty="0"/>
              <a:t> } from '</a:t>
            </a:r>
            <a:r>
              <a:rPr lang="en-US" altLang="ja-JP" sz="700" dirty="0" err="1"/>
              <a:t>documelt</a:t>
            </a:r>
            <a:r>
              <a:rPr lang="en-US" altLang="ja-JP" sz="700" dirty="0"/>
              <a:t>';</a:t>
            </a:r>
            <a:br>
              <a:rPr lang="en-US" altLang="ja-JP" sz="700" dirty="0"/>
            </a:br>
            <a:br>
              <a:rPr lang="en-US" altLang="ja-JP" sz="700" dirty="0"/>
            </a:br>
            <a:br>
              <a:rPr lang="en-US" altLang="ja-JP" sz="700" dirty="0"/>
            </a:br>
            <a:r>
              <a:rPr lang="en-US" altLang="ja-JP" sz="700" dirty="0"/>
              <a:t>const worker = new Worker(</a:t>
            </a:r>
            <a:br>
              <a:rPr lang="en-US" altLang="ja-JP" sz="700" dirty="0"/>
            </a:br>
            <a:r>
              <a:rPr lang="en-US" altLang="ja-JP" sz="700" dirty="0"/>
              <a:t>  new URL('</a:t>
            </a:r>
            <a:r>
              <a:rPr lang="en-US" altLang="ja-JP" sz="700" dirty="0" err="1"/>
              <a:t>documelt</a:t>
            </a:r>
            <a:r>
              <a:rPr lang="en-US" altLang="ja-JP" sz="700" dirty="0"/>
              <a:t>/worker', import.meta.url),</a:t>
            </a:r>
            <a:br>
              <a:rPr lang="en-US" altLang="ja-JP" sz="700" dirty="0"/>
            </a:br>
            <a:r>
              <a:rPr lang="en-US" altLang="ja-JP" sz="700" dirty="0"/>
              <a:t>  { type: 'module' }</a:t>
            </a:r>
            <a:br>
              <a:rPr lang="en-US" altLang="ja-JP" sz="700" dirty="0"/>
            </a:br>
            <a:r>
              <a:rPr lang="en-US" altLang="ja-JP" sz="700" dirty="0"/>
              <a:t>);</a:t>
            </a:r>
            <a:br>
              <a:rPr lang="en-US" altLang="ja-JP" sz="700" dirty="0"/>
            </a:br>
            <a:r>
              <a:rPr lang="en-US" altLang="ja-JP" sz="700" dirty="0"/>
              <a:t>const client = new </a:t>
            </a:r>
            <a:r>
              <a:rPr lang="en-US" altLang="ja-JP" sz="700" dirty="0" err="1"/>
              <a:t>DocumeltWorker</a:t>
            </a:r>
            <a:r>
              <a:rPr lang="en-US" altLang="ja-JP" sz="700" dirty="0"/>
              <a:t>(worker);</a:t>
            </a:r>
            <a:br>
              <a:rPr lang="en-US" altLang="ja-JP" sz="700" dirty="0"/>
            </a:br>
            <a:br>
              <a:rPr lang="en-US" altLang="ja-JP" sz="700" dirty="0"/>
            </a:br>
            <a:br>
              <a:rPr lang="en-US" altLang="ja-JP" sz="700" dirty="0"/>
            </a:br>
            <a:r>
              <a:rPr lang="en-US" altLang="ja-JP" sz="700" dirty="0"/>
              <a:t>const result = await </a:t>
            </a:r>
            <a:r>
              <a:rPr lang="en-US" altLang="ja-JP" sz="700" dirty="0" err="1"/>
              <a:t>client.extractFromFile</a:t>
            </a:r>
            <a:r>
              <a:rPr lang="en-US" altLang="ja-JP" sz="700" dirty="0"/>
              <a:t>(file);</a:t>
            </a:r>
            <a:br>
              <a:rPr lang="en-US" altLang="ja-JP" sz="700" dirty="0"/>
            </a:br>
            <a:r>
              <a:rPr lang="en-US" altLang="ja-JP" sz="700" dirty="0"/>
              <a:t>console.log(</a:t>
            </a:r>
            <a:r>
              <a:rPr lang="en-US" altLang="ja-JP" sz="700" dirty="0" err="1"/>
              <a:t>result.texts</a:t>
            </a:r>
            <a:r>
              <a:rPr lang="en-US" altLang="ja-JP" sz="700" dirty="0"/>
              <a:t>);</a:t>
            </a:r>
            <a:br>
              <a:rPr lang="en-US" altLang="ja-JP" sz="700" dirty="0"/>
            </a:br>
            <a:br>
              <a:rPr lang="en-US" altLang="ja-JP" sz="700" dirty="0"/>
            </a:br>
            <a:br>
              <a:rPr lang="en-US" altLang="ja-JP" sz="700" dirty="0"/>
            </a:br>
            <a:r>
              <a:rPr lang="en-US" altLang="ja-JP" sz="700" dirty="0"/>
              <a:t>// </a:t>
            </a:r>
            <a:r>
              <a:rPr lang="ja-JP" altLang="en-US" sz="700" dirty="0"/>
              <a:t>不要になったら終了</a:t>
            </a:r>
            <a:br>
              <a:rPr lang="ja-JP" altLang="en-US" sz="700" dirty="0"/>
            </a:br>
            <a:r>
              <a:rPr lang="en-US" altLang="ja-JP" sz="700" dirty="0" err="1"/>
              <a:t>client.terminate</a:t>
            </a:r>
            <a:r>
              <a:rPr lang="en-US" altLang="ja-JP" sz="700" dirty="0"/>
              <a:t>();</a:t>
            </a:r>
            <a:br>
              <a:rPr lang="en-US" altLang="ja-JP" sz="700" dirty="0"/>
            </a:br>
            <a:r>
              <a:rPr lang="en-US" altLang="ja-JP" sz="700" dirty="0"/>
              <a:t>```</a:t>
            </a:r>
            <a:br>
              <a:rPr lang="en-US" altLang="ja-JP" sz="700" dirty="0"/>
            </a:br>
            <a:br>
              <a:rPr lang="en-US" altLang="ja-JP" sz="700" dirty="0"/>
            </a:br>
            <a:br>
              <a:rPr lang="en-US" altLang="ja-JP" sz="700" dirty="0"/>
            </a:br>
            <a:r>
              <a:rPr lang="en-US" altLang="ja-JP" sz="700" b="1" dirty="0"/>
              <a:t>### Node.js</a:t>
            </a:r>
            <a:br>
              <a:rPr lang="en-US" altLang="ja-JP" sz="700" dirty="0"/>
            </a:br>
            <a:br>
              <a:rPr lang="en-US" altLang="ja-JP" sz="700" dirty="0"/>
            </a:br>
            <a:br>
              <a:rPr lang="en-US" altLang="ja-JP" sz="700" dirty="0"/>
            </a:br>
            <a:r>
              <a:rPr lang="en-US" altLang="ja-JP" sz="700" dirty="0"/>
              <a:t>```typescript</a:t>
            </a:r>
            <a:br>
              <a:rPr lang="en-US" altLang="ja-JP" sz="700" dirty="0"/>
            </a:br>
            <a:r>
              <a:rPr lang="en-US" altLang="ja-JP" sz="700" dirty="0"/>
              <a:t>import { </a:t>
            </a:r>
            <a:r>
              <a:rPr lang="en-US" altLang="ja-JP" sz="700" dirty="0" err="1"/>
              <a:t>readFileSync</a:t>
            </a:r>
            <a:r>
              <a:rPr lang="en-US" altLang="ja-JP" sz="700" dirty="0"/>
              <a:t> } from 'fs';</a:t>
            </a:r>
            <a:br>
              <a:rPr lang="en-US" altLang="ja-JP" sz="700" dirty="0"/>
            </a:br>
            <a:r>
              <a:rPr lang="en-US" altLang="ja-JP" sz="700" dirty="0"/>
              <a:t>import { </a:t>
            </a:r>
            <a:r>
              <a:rPr lang="en-US" altLang="ja-JP" sz="700" dirty="0" err="1"/>
              <a:t>initWithBytes</a:t>
            </a:r>
            <a:r>
              <a:rPr lang="en-US" altLang="ja-JP" sz="700" dirty="0"/>
              <a:t>, extract } from '</a:t>
            </a:r>
            <a:r>
              <a:rPr lang="en-US" altLang="ja-JP" sz="700" dirty="0" err="1"/>
              <a:t>documelt</a:t>
            </a:r>
            <a:r>
              <a:rPr lang="en-US" altLang="ja-JP" sz="700" dirty="0"/>
              <a:t>';</a:t>
            </a:r>
            <a:br>
              <a:rPr lang="en-US" altLang="ja-JP" sz="700" dirty="0"/>
            </a:br>
            <a:br>
              <a:rPr lang="en-US" altLang="ja-JP" sz="700" dirty="0"/>
            </a:br>
            <a:br>
              <a:rPr lang="en-US" altLang="ja-JP" sz="700" dirty="0"/>
            </a:br>
            <a:r>
              <a:rPr lang="en-US" altLang="ja-JP" sz="700" dirty="0"/>
              <a:t>// Node.js </a:t>
            </a:r>
            <a:r>
              <a:rPr lang="ja-JP" altLang="en-US" sz="700" dirty="0"/>
              <a:t>では </a:t>
            </a:r>
            <a:r>
              <a:rPr lang="en-US" altLang="ja-JP" sz="700" dirty="0"/>
              <a:t>WASM </a:t>
            </a:r>
            <a:r>
              <a:rPr lang="ja-JP" altLang="en-US" sz="700" dirty="0"/>
              <a:t>バイナリを手動で初期化</a:t>
            </a:r>
            <a:br>
              <a:rPr lang="ja-JP" altLang="en-US" sz="700" dirty="0"/>
            </a:br>
            <a:r>
              <a:rPr lang="en-US" altLang="ja-JP" sz="700" dirty="0" err="1"/>
              <a:t>initWithBytes</a:t>
            </a:r>
            <a:r>
              <a:rPr lang="en-US" altLang="ja-JP" sz="700" dirty="0"/>
              <a:t>(</a:t>
            </a:r>
            <a:r>
              <a:rPr lang="en-US" altLang="ja-JP" sz="700" dirty="0" err="1"/>
              <a:t>readFileSync</a:t>
            </a:r>
            <a:r>
              <a:rPr lang="en-US" altLang="ja-JP" sz="700" dirty="0"/>
              <a:t>('</a:t>
            </a:r>
            <a:r>
              <a:rPr lang="en-US" altLang="ja-JP" sz="700" dirty="0" err="1"/>
              <a:t>node_modules</a:t>
            </a:r>
            <a:r>
              <a:rPr lang="en-US" altLang="ja-JP" sz="700" dirty="0"/>
              <a:t>/</a:t>
            </a:r>
            <a:r>
              <a:rPr lang="en-US" altLang="ja-JP" sz="700" dirty="0" err="1"/>
              <a:t>documelt</a:t>
            </a:r>
            <a:r>
              <a:rPr lang="en-US" altLang="ja-JP" sz="700" dirty="0"/>
              <a:t>/pkg/</a:t>
            </a:r>
            <a:r>
              <a:rPr lang="en-US" altLang="ja-JP" sz="700" dirty="0" err="1"/>
              <a:t>documelt_bg.wasm</a:t>
            </a:r>
            <a:r>
              <a:rPr lang="en-US" altLang="ja-JP" sz="700" dirty="0"/>
              <a:t>'));</a:t>
            </a:r>
            <a:br>
              <a:rPr lang="en-US" altLang="ja-JP" sz="700" dirty="0"/>
            </a:br>
            <a:br>
              <a:rPr lang="en-US" altLang="ja-JP" sz="700" dirty="0"/>
            </a:br>
            <a:br>
              <a:rPr lang="en-US" altLang="ja-JP" sz="700" dirty="0"/>
            </a:br>
            <a:r>
              <a:rPr lang="en-US" altLang="ja-JP" sz="700" dirty="0"/>
              <a:t>const data = new Uint8Array(</a:t>
            </a:r>
            <a:r>
              <a:rPr lang="en-US" altLang="ja-JP" sz="700" dirty="0" err="1"/>
              <a:t>readFileSync</a:t>
            </a:r>
            <a:r>
              <a:rPr lang="en-US" altLang="ja-JP" sz="700" dirty="0"/>
              <a:t>('./document.pdf'));</a:t>
            </a:r>
            <a:br>
              <a:rPr lang="en-US" altLang="ja-JP" sz="700" dirty="0"/>
            </a:br>
            <a:r>
              <a:rPr lang="en-US" altLang="ja-JP" sz="700" dirty="0"/>
              <a:t>const result = await extract(data, 'pdf', 'document.pdf');</a:t>
            </a:r>
            <a:br>
              <a:rPr lang="en-US" altLang="ja-JP" sz="700" dirty="0"/>
            </a:br>
            <a:r>
              <a:rPr lang="en-US" altLang="ja-JP" sz="700" dirty="0"/>
              <a:t>console.log(</a:t>
            </a:r>
            <a:r>
              <a:rPr lang="en-US" altLang="ja-JP" sz="700" dirty="0" err="1"/>
              <a:t>result.texts.join</a:t>
            </a:r>
            <a:r>
              <a:rPr lang="en-US" altLang="ja-JP" sz="700" dirty="0"/>
              <a:t>('\n'));</a:t>
            </a:r>
            <a:br>
              <a:rPr lang="en-US" altLang="ja-JP" sz="700" dirty="0"/>
            </a:br>
            <a:r>
              <a:rPr lang="en-US" altLang="ja-JP" sz="700" dirty="0"/>
              <a:t>```</a:t>
            </a:r>
            <a:br>
              <a:rPr lang="en-US" altLang="ja-JP" sz="700" dirty="0"/>
            </a:br>
            <a:br>
              <a:rPr lang="en-US" altLang="ja-JP" sz="700" dirty="0"/>
            </a:br>
            <a:endParaRPr lang="en-US" altLang="ja-JP" sz="700" dirty="0"/>
          </a:p>
        </p:txBody>
      </p:sp>
    </p:spTree>
    <p:extLst>
      <p:ext uri="{BB962C8B-B14F-4D97-AF65-F5344CB8AC3E}">
        <p14:creationId xmlns:p14="http://schemas.microsoft.com/office/powerpoint/2010/main" val="918931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1FAC-E97D-F60B-71EB-1AD9C28959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9783E-492D-D0CB-FEC1-EB107E9928F7}"/>
              </a:ext>
            </a:extLst>
          </p:cNvPr>
          <p:cNvSpPr>
            <a:spLocks noGrp="1"/>
          </p:cNvSpPr>
          <p:nvPr>
            <p:ph type="ctrTitle"/>
          </p:nvPr>
        </p:nvSpPr>
        <p:spPr>
          <a:xfrm>
            <a:off x="0" y="0"/>
            <a:ext cx="12192000" cy="6858000"/>
          </a:xfrm>
        </p:spPr>
        <p:txBody>
          <a:bodyPr anchor="t">
            <a:noAutofit/>
          </a:bodyPr>
          <a:lstStyle/>
          <a:p>
            <a:br>
              <a:rPr lang="en-US" altLang="ja-JP" sz="800" dirty="0"/>
            </a:br>
            <a:br>
              <a:rPr lang="en-US" altLang="ja-JP" sz="800" dirty="0"/>
            </a:br>
            <a:r>
              <a:rPr lang="en-US" altLang="ja-JP" sz="800" b="1" dirty="0"/>
              <a:t>## API Reference</a:t>
            </a:r>
            <a:br>
              <a:rPr lang="en-US" altLang="ja-JP" sz="800" dirty="0"/>
            </a:br>
            <a:br>
              <a:rPr lang="en-US" altLang="ja-JP" sz="800" dirty="0"/>
            </a:br>
            <a:br>
              <a:rPr lang="en-US" altLang="ja-JP" sz="800" dirty="0"/>
            </a:br>
            <a:r>
              <a:rPr lang="en-US" altLang="ja-JP" sz="800" b="1" dirty="0"/>
              <a:t>### `</a:t>
            </a:r>
            <a:r>
              <a:rPr lang="en-US" altLang="ja-JP" sz="800" b="1" dirty="0" err="1"/>
              <a:t>extractFromFile</a:t>
            </a:r>
            <a:r>
              <a:rPr lang="en-US" altLang="ja-JP" sz="800" b="1" dirty="0"/>
              <a:t>(file: File): Promise&lt;</a:t>
            </a:r>
            <a:r>
              <a:rPr lang="en-US" altLang="ja-JP" sz="800" b="1" dirty="0" err="1"/>
              <a:t>ExtractionResult</a:t>
            </a:r>
            <a:r>
              <a:rPr lang="en-US" altLang="ja-JP" sz="800" b="1" dirty="0"/>
              <a:t>&gt;`</a:t>
            </a:r>
            <a:br>
              <a:rPr lang="en-US" altLang="ja-JP" sz="800" dirty="0"/>
            </a:br>
            <a:br>
              <a:rPr lang="en-US" altLang="ja-JP" sz="800" dirty="0"/>
            </a:br>
            <a:br>
              <a:rPr lang="en-US" altLang="ja-JP" sz="800" dirty="0"/>
            </a:br>
            <a:r>
              <a:rPr lang="ja-JP" altLang="en-US" sz="800" dirty="0"/>
              <a:t>ブラウザの </a:t>
            </a:r>
            <a:r>
              <a:rPr lang="en-US" altLang="ja-JP" sz="800" dirty="0"/>
              <a:t>`File` </a:t>
            </a:r>
            <a:r>
              <a:rPr lang="ja-JP" altLang="en-US" sz="800" dirty="0"/>
              <a:t>オブジェクトからテキストを抽出します。</a:t>
            </a:r>
            <a:br>
              <a:rPr lang="ja-JP" altLang="en-US" sz="800" dirty="0"/>
            </a:br>
            <a:br>
              <a:rPr lang="ja-JP" altLang="en-US" sz="800" dirty="0"/>
            </a:br>
            <a:br>
              <a:rPr lang="ja-JP" altLang="en-US" sz="800" dirty="0"/>
            </a:br>
            <a:r>
              <a:rPr lang="en-US" altLang="ja-JP" sz="800" b="1" dirty="0"/>
              <a:t>### `extract(data: Uint8Array, extension: </a:t>
            </a:r>
            <a:r>
              <a:rPr lang="en-US" altLang="ja-JP" sz="800" b="1" dirty="0" err="1"/>
              <a:t>SupportedFormat</a:t>
            </a:r>
            <a:r>
              <a:rPr lang="en-US" altLang="ja-JP" sz="800" b="1" dirty="0"/>
              <a:t>, filename?: string): Promise&lt;</a:t>
            </a:r>
            <a:r>
              <a:rPr lang="en-US" altLang="ja-JP" sz="800" b="1" dirty="0" err="1"/>
              <a:t>ExtractionResult</a:t>
            </a:r>
            <a:r>
              <a:rPr lang="en-US" altLang="ja-JP" sz="800" b="1" dirty="0"/>
              <a:t>&gt;`</a:t>
            </a:r>
            <a:br>
              <a:rPr lang="en-US" altLang="ja-JP" sz="800" dirty="0"/>
            </a:br>
            <a:br>
              <a:rPr lang="en-US" altLang="ja-JP" sz="800" dirty="0"/>
            </a:br>
            <a:br>
              <a:rPr lang="en-US" altLang="ja-JP" sz="800" dirty="0"/>
            </a:br>
            <a:r>
              <a:rPr lang="ja-JP" altLang="en-US" sz="800" dirty="0"/>
              <a:t>バイナリデータとファイル拡張子を指定してテキストを抽出します。</a:t>
            </a:r>
            <a:br>
              <a:rPr lang="ja-JP" altLang="en-US" sz="800" dirty="0"/>
            </a:br>
            <a:br>
              <a:rPr lang="ja-JP" altLang="en-US" sz="800" dirty="0"/>
            </a:br>
            <a:br>
              <a:rPr lang="ja-JP" altLang="en-US" sz="800" dirty="0"/>
            </a:br>
            <a:r>
              <a:rPr lang="en-US" altLang="ja-JP" sz="800" b="1" dirty="0"/>
              <a:t>### `</a:t>
            </a:r>
            <a:r>
              <a:rPr lang="en-US" altLang="ja-JP" sz="800" b="1" dirty="0" err="1"/>
              <a:t>isSupported</a:t>
            </a:r>
            <a:r>
              <a:rPr lang="en-US" altLang="ja-JP" sz="800" b="1" dirty="0"/>
              <a:t>(</a:t>
            </a:r>
            <a:r>
              <a:rPr lang="en-US" altLang="ja-JP" sz="800" b="1" dirty="0" err="1"/>
              <a:t>fileName</a:t>
            </a:r>
            <a:r>
              <a:rPr lang="en-US" altLang="ja-JP" sz="800" b="1" dirty="0"/>
              <a:t>: string): </a:t>
            </a:r>
            <a:r>
              <a:rPr lang="en-US" altLang="ja-JP" sz="800" b="1" dirty="0" err="1"/>
              <a:t>boolean</a:t>
            </a:r>
            <a:r>
              <a:rPr lang="en-US" altLang="ja-JP" sz="800" b="1" dirty="0"/>
              <a:t>`</a:t>
            </a:r>
            <a:br>
              <a:rPr lang="en-US" altLang="ja-JP" sz="800" dirty="0"/>
            </a:br>
            <a:br>
              <a:rPr lang="en-US" altLang="ja-JP" sz="800" dirty="0"/>
            </a:br>
            <a:br>
              <a:rPr lang="en-US" altLang="ja-JP" sz="800" dirty="0"/>
            </a:br>
            <a:r>
              <a:rPr lang="ja-JP" altLang="en-US" sz="800" dirty="0"/>
              <a:t>ファイル名から対応フォーマットかどうかを判定します。</a:t>
            </a:r>
            <a:br>
              <a:rPr lang="ja-JP" altLang="en-US" sz="800" dirty="0"/>
            </a:br>
            <a:br>
              <a:rPr lang="ja-JP" altLang="en-US" sz="800" dirty="0"/>
            </a:br>
            <a:br>
              <a:rPr lang="ja-JP" altLang="en-US" sz="800" dirty="0"/>
            </a:br>
            <a:r>
              <a:rPr lang="en-US" altLang="ja-JP" sz="800" b="1" dirty="0"/>
              <a:t>### `</a:t>
            </a:r>
            <a:r>
              <a:rPr lang="en-US" altLang="ja-JP" sz="800" b="1" dirty="0" err="1"/>
              <a:t>init</a:t>
            </a:r>
            <a:r>
              <a:rPr lang="en-US" altLang="ja-JP" sz="800" b="1" dirty="0"/>
              <a:t>(</a:t>
            </a:r>
            <a:r>
              <a:rPr lang="en-US" altLang="ja-JP" sz="800" b="1" dirty="0" err="1"/>
              <a:t>wasmUrl</a:t>
            </a:r>
            <a:r>
              <a:rPr lang="en-US" altLang="ja-JP" sz="800" b="1" dirty="0"/>
              <a:t>?: string | URL): Promise&lt;void&gt;`</a:t>
            </a:r>
            <a:br>
              <a:rPr lang="en-US" altLang="ja-JP" sz="800" dirty="0"/>
            </a:br>
            <a:br>
              <a:rPr lang="en-US" altLang="ja-JP" sz="800" dirty="0"/>
            </a:br>
            <a:br>
              <a:rPr lang="en-US" altLang="ja-JP" sz="800" dirty="0"/>
            </a:br>
            <a:r>
              <a:rPr lang="en-US" altLang="ja-JP" sz="800" dirty="0"/>
              <a:t>WASM </a:t>
            </a:r>
            <a:r>
              <a:rPr lang="ja-JP" altLang="en-US" sz="800" dirty="0"/>
              <a:t>モジュールを手動で初期化します。通常は自動初期化されるため呼ぶ必要はありません。初期化タイミングを制御したい場合（プリロード等）に使用します。</a:t>
            </a:r>
            <a:br>
              <a:rPr lang="ja-JP" altLang="en-US" sz="800" dirty="0"/>
            </a:br>
            <a:br>
              <a:rPr lang="ja-JP" altLang="en-US" sz="800" dirty="0"/>
            </a:br>
            <a:br>
              <a:rPr lang="ja-JP" altLang="en-US" sz="800" dirty="0"/>
            </a:br>
            <a:r>
              <a:rPr lang="en-US" altLang="ja-JP" sz="800" b="1" dirty="0"/>
              <a:t>### `</a:t>
            </a:r>
            <a:r>
              <a:rPr lang="en-US" altLang="ja-JP" sz="800" b="1" dirty="0" err="1"/>
              <a:t>initWithBytes</a:t>
            </a:r>
            <a:r>
              <a:rPr lang="en-US" altLang="ja-JP" sz="800" b="1" dirty="0"/>
              <a:t>(</a:t>
            </a:r>
            <a:r>
              <a:rPr lang="en-US" altLang="ja-JP" sz="800" b="1" dirty="0" err="1"/>
              <a:t>wasmBytes</a:t>
            </a:r>
            <a:r>
              <a:rPr lang="en-US" altLang="ja-JP" sz="800" b="1" dirty="0"/>
              <a:t>: </a:t>
            </a:r>
            <a:r>
              <a:rPr lang="en-US" altLang="ja-JP" sz="800" b="1" dirty="0" err="1"/>
              <a:t>BufferSource</a:t>
            </a:r>
            <a:r>
              <a:rPr lang="en-US" altLang="ja-JP" sz="800" b="1" dirty="0"/>
              <a:t>): void`</a:t>
            </a:r>
            <a:br>
              <a:rPr lang="en-US" altLang="ja-JP" sz="800" dirty="0"/>
            </a:br>
            <a:br>
              <a:rPr lang="en-US" altLang="ja-JP" sz="800" dirty="0"/>
            </a:br>
            <a:br>
              <a:rPr lang="en-US" altLang="ja-JP" sz="800" dirty="0"/>
            </a:br>
            <a:r>
              <a:rPr lang="en-US" altLang="ja-JP" sz="800" dirty="0"/>
              <a:t>WASM </a:t>
            </a:r>
            <a:r>
              <a:rPr lang="ja-JP" altLang="en-US" sz="800" dirty="0"/>
              <a:t>バイナリを直接渡して同期的に初期化します。</a:t>
            </a:r>
            <a:r>
              <a:rPr lang="en-US" altLang="ja-JP" sz="800" dirty="0"/>
              <a:t>Node.js </a:t>
            </a:r>
            <a:r>
              <a:rPr lang="ja-JP" altLang="en-US" sz="800" dirty="0"/>
              <a:t>環境向け。</a:t>
            </a:r>
            <a:br>
              <a:rPr lang="ja-JP" altLang="en-US" sz="800" dirty="0"/>
            </a:br>
            <a:br>
              <a:rPr lang="ja-JP" altLang="en-US" sz="800" dirty="0"/>
            </a:br>
            <a:br>
              <a:rPr lang="ja-JP" altLang="en-US" sz="800" dirty="0"/>
            </a:br>
            <a:r>
              <a:rPr lang="en-US" altLang="ja-JP" sz="800" b="1" dirty="0"/>
              <a:t>### `</a:t>
            </a:r>
            <a:r>
              <a:rPr lang="en-US" altLang="ja-JP" sz="800" b="1" dirty="0" err="1"/>
              <a:t>DocumeltWorker</a:t>
            </a:r>
            <a:r>
              <a:rPr lang="en-US" altLang="ja-JP" sz="800" b="1" dirty="0"/>
              <a:t>`</a:t>
            </a:r>
            <a:br>
              <a:rPr lang="en-US" altLang="ja-JP" sz="800" dirty="0"/>
            </a:br>
            <a:br>
              <a:rPr lang="en-US" altLang="ja-JP" sz="800" dirty="0"/>
            </a:br>
            <a:br>
              <a:rPr lang="en-US" altLang="ja-JP" sz="800" dirty="0"/>
            </a:br>
            <a:r>
              <a:rPr lang="en-US" altLang="ja-JP" sz="800" dirty="0"/>
              <a:t>Web Worker </a:t>
            </a:r>
            <a:r>
              <a:rPr lang="ja-JP" altLang="en-US" sz="800" dirty="0"/>
              <a:t>経由で抽出を行うクライアントクラス。</a:t>
            </a:r>
            <a:br>
              <a:rPr lang="ja-JP" altLang="en-US" sz="800" dirty="0"/>
            </a:br>
            <a:br>
              <a:rPr lang="ja-JP" altLang="en-US" sz="800" dirty="0"/>
            </a:br>
            <a:br>
              <a:rPr lang="ja-JP" altLang="en-US" sz="800" dirty="0"/>
            </a:br>
            <a:r>
              <a:rPr lang="en-US" altLang="ja-JP" sz="800" dirty="0"/>
              <a:t>```typescript</a:t>
            </a:r>
            <a:br>
              <a:rPr lang="en-US" altLang="ja-JP" sz="800" dirty="0"/>
            </a:br>
            <a:r>
              <a:rPr lang="en-US" altLang="ja-JP" sz="800" dirty="0"/>
              <a:t>const client = new </a:t>
            </a:r>
            <a:r>
              <a:rPr lang="en-US" altLang="ja-JP" sz="800" dirty="0" err="1"/>
              <a:t>DocumeltWorker</a:t>
            </a:r>
            <a:r>
              <a:rPr lang="en-US" altLang="ja-JP" sz="800" dirty="0"/>
              <a:t>(worker);</a:t>
            </a:r>
            <a:br>
              <a:rPr lang="en-US" altLang="ja-JP" sz="800" dirty="0"/>
            </a:br>
            <a:r>
              <a:rPr lang="en-US" altLang="ja-JP" sz="800" dirty="0"/>
              <a:t>await </a:t>
            </a:r>
            <a:r>
              <a:rPr lang="en-US" altLang="ja-JP" sz="800" dirty="0" err="1"/>
              <a:t>client.extract</a:t>
            </a:r>
            <a:r>
              <a:rPr lang="en-US" altLang="ja-JP" sz="800" dirty="0"/>
              <a:t>(data, 'pdf', 'report.pdf');</a:t>
            </a:r>
            <a:br>
              <a:rPr lang="en-US" altLang="ja-JP" sz="800" dirty="0"/>
            </a:br>
            <a:r>
              <a:rPr lang="en-US" altLang="ja-JP" sz="800" dirty="0"/>
              <a:t>await </a:t>
            </a:r>
            <a:r>
              <a:rPr lang="en-US" altLang="ja-JP" sz="800" dirty="0" err="1"/>
              <a:t>client.extractFromFile</a:t>
            </a:r>
            <a:r>
              <a:rPr lang="en-US" altLang="ja-JP" sz="800" dirty="0"/>
              <a:t>(file);</a:t>
            </a:r>
            <a:br>
              <a:rPr lang="en-US" altLang="ja-JP" sz="800" dirty="0"/>
            </a:br>
            <a:r>
              <a:rPr lang="en-US" altLang="ja-JP" sz="800" dirty="0" err="1"/>
              <a:t>client.terminate</a:t>
            </a:r>
            <a:r>
              <a:rPr lang="en-US" altLang="ja-JP" sz="800" dirty="0"/>
              <a:t>();</a:t>
            </a:r>
            <a:br>
              <a:rPr lang="en-US" altLang="ja-JP" sz="800" dirty="0"/>
            </a:br>
            <a:r>
              <a:rPr lang="en-US" altLang="ja-JP" sz="800" dirty="0"/>
              <a:t>```</a:t>
            </a:r>
            <a:br>
              <a:rPr lang="en-US" altLang="ja-JP" sz="800" dirty="0"/>
            </a:br>
            <a:br>
              <a:rPr lang="en-US" altLang="ja-JP" sz="800" dirty="0"/>
            </a:br>
            <a:endParaRPr lang="en-US" altLang="ja-JP" sz="800" dirty="0"/>
          </a:p>
        </p:txBody>
      </p:sp>
    </p:spTree>
    <p:extLst>
      <p:ext uri="{BB962C8B-B14F-4D97-AF65-F5344CB8AC3E}">
        <p14:creationId xmlns:p14="http://schemas.microsoft.com/office/powerpoint/2010/main" val="3468422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C4EAD-933B-DEDE-36C2-546EEB81AF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947E9B-7AD0-BBC0-C431-0625650E7BA3}"/>
              </a:ext>
            </a:extLst>
          </p:cNvPr>
          <p:cNvSpPr>
            <a:spLocks noGrp="1"/>
          </p:cNvSpPr>
          <p:nvPr>
            <p:ph type="ctrTitle"/>
          </p:nvPr>
        </p:nvSpPr>
        <p:spPr>
          <a:xfrm>
            <a:off x="0" y="0"/>
            <a:ext cx="12192000" cy="6858000"/>
          </a:xfrm>
        </p:spPr>
        <p:txBody>
          <a:bodyPr anchor="t">
            <a:noAutofit/>
          </a:bodyPr>
          <a:lstStyle/>
          <a:p>
            <a:br>
              <a:rPr lang="en-US" altLang="ja-JP" sz="700" dirty="0"/>
            </a:br>
            <a:br>
              <a:rPr lang="en-US" altLang="ja-JP" sz="700" dirty="0"/>
            </a:br>
            <a:r>
              <a:rPr lang="en-US" altLang="ja-JP" sz="700" b="1" dirty="0"/>
              <a:t>### `SUPPORTED_FORMATS`</a:t>
            </a:r>
            <a:br>
              <a:rPr lang="en-US" altLang="ja-JP" sz="700" dirty="0"/>
            </a:br>
            <a:br>
              <a:rPr lang="en-US" altLang="ja-JP" sz="700" dirty="0"/>
            </a:br>
            <a:br>
              <a:rPr lang="en-US" altLang="ja-JP" sz="700" dirty="0"/>
            </a:br>
            <a:r>
              <a:rPr lang="ja-JP" altLang="en-US" sz="700" dirty="0"/>
              <a:t>対応フォーマットの配列</a:t>
            </a:r>
            <a:r>
              <a:rPr lang="en-US" altLang="ja-JP" sz="700" dirty="0"/>
              <a:t>: `['pdf', 'docx', 'xlsx', 'pptx', 'txt']`</a:t>
            </a:r>
            <a:br>
              <a:rPr lang="en-US" altLang="ja-JP" sz="700" dirty="0"/>
            </a:br>
            <a:br>
              <a:rPr lang="en-US" altLang="ja-JP" sz="700" dirty="0"/>
            </a:br>
            <a:br>
              <a:rPr lang="en-US" altLang="ja-JP" sz="700" dirty="0"/>
            </a:br>
            <a:r>
              <a:rPr lang="en-US" altLang="ja-JP" sz="700" b="1" dirty="0"/>
              <a:t>## Types</a:t>
            </a:r>
            <a:br>
              <a:rPr lang="en-US" altLang="ja-JP" sz="700" dirty="0"/>
            </a:br>
            <a:br>
              <a:rPr lang="en-US" altLang="ja-JP" sz="700" dirty="0"/>
            </a:br>
            <a:br>
              <a:rPr lang="en-US" altLang="ja-JP" sz="700" dirty="0"/>
            </a:br>
            <a:r>
              <a:rPr lang="en-US" altLang="ja-JP" sz="700" dirty="0"/>
              <a:t>```typescript</a:t>
            </a:r>
            <a:br>
              <a:rPr lang="en-US" altLang="ja-JP" sz="700" dirty="0"/>
            </a:br>
            <a:r>
              <a:rPr lang="en-US" altLang="ja-JP" sz="700" dirty="0"/>
              <a:t>interface </a:t>
            </a:r>
            <a:r>
              <a:rPr lang="en-US" altLang="ja-JP" sz="700" dirty="0" err="1"/>
              <a:t>ExtractionResult</a:t>
            </a:r>
            <a:r>
              <a:rPr lang="en-US" altLang="ja-JP" sz="700" dirty="0"/>
              <a:t> {</a:t>
            </a:r>
            <a:br>
              <a:rPr lang="en-US" altLang="ja-JP" sz="700" dirty="0"/>
            </a:br>
            <a:r>
              <a:rPr lang="en-US" altLang="ja-JP" sz="700" dirty="0"/>
              <a:t>  texts: string[];           // </a:t>
            </a:r>
            <a:r>
              <a:rPr lang="ja-JP" altLang="en-US" sz="700" dirty="0"/>
              <a:t>ページ</a:t>
            </a:r>
            <a:r>
              <a:rPr lang="en-US" altLang="ja-JP" sz="700" dirty="0"/>
              <a:t>/</a:t>
            </a:r>
            <a:r>
              <a:rPr lang="ja-JP" altLang="en-US" sz="700" dirty="0"/>
              <a:t>シート</a:t>
            </a:r>
            <a:r>
              <a:rPr lang="en-US" altLang="ja-JP" sz="700" dirty="0"/>
              <a:t>/</a:t>
            </a:r>
            <a:r>
              <a:rPr lang="ja-JP" altLang="en-US" sz="700" dirty="0"/>
              <a:t>スライドごとのテキスト配列</a:t>
            </a:r>
            <a:br>
              <a:rPr lang="ja-JP" altLang="en-US" sz="700" dirty="0"/>
            </a:br>
            <a:r>
              <a:rPr lang="ja-JP" altLang="en-US" sz="700" dirty="0"/>
              <a:t>  </a:t>
            </a:r>
            <a:r>
              <a:rPr lang="en-US" altLang="ja-JP" sz="700" dirty="0"/>
              <a:t>success: </a:t>
            </a:r>
            <a:r>
              <a:rPr lang="en-US" altLang="ja-JP" sz="700" dirty="0" err="1"/>
              <a:t>boolean</a:t>
            </a:r>
            <a:r>
              <a:rPr lang="en-US" altLang="ja-JP" sz="700" dirty="0"/>
              <a:t>;          // </a:t>
            </a:r>
            <a:r>
              <a:rPr lang="ja-JP" altLang="en-US" sz="700" dirty="0"/>
              <a:t>抽出成功フラグ</a:t>
            </a:r>
            <a:br>
              <a:rPr lang="ja-JP" altLang="en-US" sz="700" dirty="0"/>
            </a:br>
            <a:r>
              <a:rPr lang="ja-JP" altLang="en-US" sz="700" dirty="0"/>
              <a:t>  </a:t>
            </a:r>
            <a:r>
              <a:rPr lang="en-US" altLang="ja-JP" sz="700" dirty="0"/>
              <a:t>error: string | null;      // </a:t>
            </a:r>
            <a:r>
              <a:rPr lang="ja-JP" altLang="en-US" sz="700" dirty="0"/>
              <a:t>エラーメッセージ（成功時 </a:t>
            </a:r>
            <a:r>
              <a:rPr lang="en-US" altLang="ja-JP" sz="700" dirty="0"/>
              <a:t>null</a:t>
            </a:r>
            <a:r>
              <a:rPr lang="ja-JP" altLang="en-US" sz="700" dirty="0"/>
              <a:t>）</a:t>
            </a:r>
            <a:br>
              <a:rPr lang="en-US" altLang="ja-JP" sz="700" dirty="0"/>
            </a:br>
            <a:r>
              <a:rPr lang="en-US" altLang="ja-JP" sz="700" dirty="0"/>
              <a:t>  meta: </a:t>
            </a:r>
            <a:r>
              <a:rPr lang="en-US" altLang="ja-JP" sz="700" dirty="0" err="1"/>
              <a:t>ExtractionMeta</a:t>
            </a:r>
            <a:r>
              <a:rPr lang="en-US" altLang="ja-JP" sz="700" dirty="0"/>
              <a:t>;      // </a:t>
            </a:r>
            <a:r>
              <a:rPr lang="ja-JP" altLang="en-US" sz="700" dirty="0"/>
              <a:t>メタデータ</a:t>
            </a:r>
            <a:br>
              <a:rPr lang="ja-JP" altLang="en-US" sz="700" dirty="0"/>
            </a:br>
            <a:r>
              <a:rPr lang="en-US" altLang="ja-JP" sz="700" dirty="0"/>
              <a:t>}</a:t>
            </a:r>
            <a:br>
              <a:rPr lang="ja-JP" altLang="en-US" sz="700" dirty="0"/>
            </a:br>
            <a:br>
              <a:rPr lang="ja-JP" altLang="en-US" sz="700" dirty="0"/>
            </a:br>
            <a:br>
              <a:rPr lang="ja-JP" altLang="en-US" sz="700" dirty="0"/>
            </a:br>
            <a:r>
              <a:rPr lang="en-US" altLang="ja-JP" sz="700" dirty="0"/>
              <a:t>interface </a:t>
            </a:r>
            <a:r>
              <a:rPr lang="en-US" altLang="ja-JP" sz="700" dirty="0" err="1"/>
              <a:t>ExtractionMeta</a:t>
            </a:r>
            <a:r>
              <a:rPr lang="en-US" altLang="ja-JP" sz="700" dirty="0"/>
              <a:t> {</a:t>
            </a:r>
            <a:br>
              <a:rPr lang="en-US" altLang="ja-JP" sz="700" dirty="0"/>
            </a:br>
            <a:r>
              <a:rPr lang="en-US" altLang="ja-JP" sz="700" dirty="0"/>
              <a:t>  filename: string;          // </a:t>
            </a:r>
            <a:r>
              <a:rPr lang="ja-JP" altLang="en-US" sz="700" dirty="0"/>
              <a:t>ファイル名</a:t>
            </a:r>
            <a:br>
              <a:rPr lang="ja-JP" altLang="en-US" sz="700" dirty="0"/>
            </a:br>
            <a:r>
              <a:rPr lang="ja-JP" altLang="en-US" sz="700" dirty="0"/>
              <a:t>  </a:t>
            </a:r>
            <a:r>
              <a:rPr lang="en-US" altLang="ja-JP" sz="700" dirty="0"/>
              <a:t>extension: </a:t>
            </a:r>
            <a:r>
              <a:rPr lang="en-US" altLang="ja-JP" sz="700" dirty="0" err="1"/>
              <a:t>SupportedFormat</a:t>
            </a:r>
            <a:r>
              <a:rPr lang="en-US" altLang="ja-JP" sz="700" dirty="0"/>
              <a:t>; // </a:t>
            </a:r>
            <a:r>
              <a:rPr lang="ja-JP" altLang="en-US" sz="700" dirty="0"/>
              <a:t>拡張子</a:t>
            </a:r>
            <a:br>
              <a:rPr lang="ja-JP" altLang="en-US" sz="700" dirty="0"/>
            </a:br>
            <a:r>
              <a:rPr lang="ja-JP" altLang="en-US" sz="700" dirty="0"/>
              <a:t>  </a:t>
            </a:r>
            <a:r>
              <a:rPr lang="en-US" altLang="ja-JP" sz="700" dirty="0"/>
              <a:t>size: number;              // </a:t>
            </a:r>
            <a:r>
              <a:rPr lang="ja-JP" altLang="en-US" sz="700" dirty="0"/>
              <a:t>ファイルサイズ（</a:t>
            </a:r>
            <a:r>
              <a:rPr lang="en-US" altLang="ja-JP" sz="700" dirty="0"/>
              <a:t>bytes</a:t>
            </a:r>
            <a:r>
              <a:rPr lang="ja-JP" altLang="en-US" sz="700" dirty="0"/>
              <a:t>）</a:t>
            </a:r>
            <a:br>
              <a:rPr lang="en-US" altLang="ja-JP" sz="700" dirty="0"/>
            </a:br>
            <a:r>
              <a:rPr lang="en-US" altLang="ja-JP" sz="700" dirty="0"/>
              <a:t>  pages: number;             // </a:t>
            </a:r>
            <a:r>
              <a:rPr lang="ja-JP" altLang="en-US" sz="700" dirty="0"/>
              <a:t>ページ数（</a:t>
            </a:r>
            <a:r>
              <a:rPr lang="en-US" altLang="ja-JP" sz="700" dirty="0"/>
              <a:t>PDF/PPTX/XLSX</a:t>
            </a:r>
            <a:r>
              <a:rPr lang="ja-JP" altLang="en-US" sz="700" dirty="0"/>
              <a:t>）</a:t>
            </a:r>
            <a:br>
              <a:rPr lang="en-US" altLang="ja-JP" sz="700" dirty="0"/>
            </a:br>
            <a:r>
              <a:rPr lang="en-US" altLang="ja-JP" sz="700" dirty="0"/>
              <a:t>  characters: number;        // </a:t>
            </a:r>
            <a:r>
              <a:rPr lang="ja-JP" altLang="en-US" sz="700" dirty="0"/>
              <a:t>総文字数</a:t>
            </a:r>
            <a:br>
              <a:rPr lang="ja-JP" altLang="en-US" sz="700" dirty="0"/>
            </a:br>
            <a:r>
              <a:rPr lang="ja-JP" altLang="en-US" sz="700" dirty="0"/>
              <a:t>  </a:t>
            </a:r>
            <a:r>
              <a:rPr lang="en-US" altLang="ja-JP" sz="700" dirty="0"/>
              <a:t>time: number;              // </a:t>
            </a:r>
            <a:r>
              <a:rPr lang="ja-JP" altLang="en-US" sz="700" dirty="0"/>
              <a:t>処理時間（秒）</a:t>
            </a:r>
            <a:br>
              <a:rPr lang="ja-JP" altLang="en-US" sz="700" dirty="0"/>
            </a:br>
            <a:r>
              <a:rPr lang="en-US" altLang="ja-JP" sz="700" dirty="0"/>
              <a:t>}</a:t>
            </a:r>
            <a:br>
              <a:rPr lang="ja-JP" altLang="en-US" sz="700" dirty="0"/>
            </a:br>
            <a:br>
              <a:rPr lang="ja-JP" altLang="en-US" sz="700" dirty="0"/>
            </a:br>
            <a:br>
              <a:rPr lang="ja-JP" altLang="en-US" sz="700" dirty="0"/>
            </a:br>
            <a:r>
              <a:rPr lang="en-US" altLang="ja-JP" sz="700" dirty="0"/>
              <a:t>type </a:t>
            </a:r>
            <a:r>
              <a:rPr lang="en-US" altLang="ja-JP" sz="700" dirty="0" err="1"/>
              <a:t>SupportedFormat</a:t>
            </a:r>
            <a:r>
              <a:rPr lang="en-US" altLang="ja-JP" sz="700" dirty="0"/>
              <a:t> = 'pdf' | 'docx' | 'xlsx' | 'pptx' | 'txt';</a:t>
            </a:r>
            <a:br>
              <a:rPr lang="en-US" altLang="ja-JP" sz="700" dirty="0"/>
            </a:br>
            <a:r>
              <a:rPr lang="en-US" altLang="ja-JP" sz="700" dirty="0"/>
              <a:t>```</a:t>
            </a:r>
            <a:br>
              <a:rPr lang="en-US" altLang="ja-JP" sz="700" dirty="0"/>
            </a:br>
            <a:br>
              <a:rPr lang="en-US" altLang="ja-JP" sz="700" dirty="0"/>
            </a:br>
            <a:br>
              <a:rPr lang="en-US" altLang="ja-JP" sz="700" dirty="0"/>
            </a:br>
            <a:r>
              <a:rPr lang="en-US" altLang="ja-JP" sz="700" b="1" dirty="0"/>
              <a:t>## Performance</a:t>
            </a:r>
            <a:br>
              <a:rPr lang="en-US" altLang="ja-JP" sz="700" dirty="0"/>
            </a:br>
            <a:br>
              <a:rPr lang="en-US" altLang="ja-JP" sz="700" dirty="0"/>
            </a:br>
            <a:br>
              <a:rPr lang="en-US" altLang="ja-JP" sz="700" dirty="0"/>
            </a:br>
            <a:r>
              <a:rPr lang="en-US" altLang="ja-JP" sz="700" dirty="0"/>
              <a:t>WASM </a:t>
            </a:r>
            <a:r>
              <a:rPr lang="ja-JP" altLang="en-US" sz="700" dirty="0"/>
              <a:t>バイナリサイズ</a:t>
            </a:r>
            <a:r>
              <a:rPr lang="en-US" altLang="ja-JP" sz="700" dirty="0"/>
              <a:t>: </a:t>
            </a:r>
            <a:r>
              <a:rPr lang="ja-JP" altLang="en-US" sz="700" b="1" dirty="0"/>
              <a:t>**</a:t>
            </a:r>
            <a:r>
              <a:rPr lang="en-US" altLang="ja-JP" sz="700" b="1" dirty="0"/>
              <a:t>~1.2MB**</a:t>
            </a:r>
            <a:br>
              <a:rPr lang="en-US" altLang="ja-JP" sz="700" dirty="0"/>
            </a:br>
            <a:br>
              <a:rPr lang="en-US" altLang="ja-JP" sz="700" dirty="0"/>
            </a:br>
            <a:br>
              <a:rPr lang="en-US" altLang="ja-JP" sz="700" dirty="0"/>
            </a:br>
            <a:r>
              <a:rPr lang="en-US" altLang="ja-JP" sz="700" dirty="0"/>
              <a:t>| Format | File Size | Pages | Characters | Time |</a:t>
            </a:r>
            <a:br>
              <a:rPr lang="en-US" altLang="ja-JP" sz="700" dirty="0"/>
            </a:br>
            <a:r>
              <a:rPr lang="en-US" altLang="ja-JP" sz="700" dirty="0"/>
              <a:t>|--------|-----------|-------|------------|------|</a:t>
            </a:r>
            <a:br>
              <a:rPr lang="en-US" altLang="ja-JP" sz="700" dirty="0"/>
            </a:br>
            <a:r>
              <a:rPr lang="en-US" altLang="ja-JP" sz="700" dirty="0"/>
              <a:t>| TXT | 209B | 1 | 75 | 0.001s |</a:t>
            </a:r>
            <a:br>
              <a:rPr lang="en-US" altLang="ja-JP" sz="700" dirty="0"/>
            </a:br>
            <a:r>
              <a:rPr lang="en-US" altLang="ja-JP" sz="700" dirty="0"/>
              <a:t>| PDF | 2.3MB | 31 | 4,802 | 0.21s |</a:t>
            </a:r>
            <a:br>
              <a:rPr lang="en-US" altLang="ja-JP" sz="700" dirty="0"/>
            </a:br>
            <a:r>
              <a:rPr lang="en-US" altLang="ja-JP" sz="700" dirty="0"/>
              <a:t>| DOCX | 30KB | 1 | 4,461 | 0.002s |</a:t>
            </a:r>
            <a:br>
              <a:rPr lang="en-US" altLang="ja-JP" sz="700" dirty="0"/>
            </a:br>
            <a:r>
              <a:rPr lang="en-US" altLang="ja-JP" sz="700" dirty="0"/>
              <a:t>| XLSX | 18KB | 3 sheets | 4,492 | 0.004s |</a:t>
            </a:r>
            <a:br>
              <a:rPr lang="en-US" altLang="ja-JP" sz="700" dirty="0"/>
            </a:br>
            <a:r>
              <a:rPr lang="en-US" altLang="ja-JP" sz="700" dirty="0"/>
              <a:t>| PPTX | 44MB | 31 slides | 4,059 | 0.02s |</a:t>
            </a:r>
            <a:br>
              <a:rPr lang="en-US" altLang="ja-JP" sz="700" dirty="0"/>
            </a:br>
            <a:br>
              <a:rPr lang="en-US" altLang="ja-JP" sz="700" dirty="0"/>
            </a:br>
            <a:br>
              <a:rPr lang="en-US" altLang="ja-JP" sz="700" dirty="0"/>
            </a:br>
            <a:r>
              <a:rPr lang="en-US" altLang="ja-JP" sz="700" b="1" dirty="0"/>
              <a:t>## Limitations</a:t>
            </a:r>
            <a:br>
              <a:rPr lang="en-US" altLang="ja-JP" sz="700" dirty="0"/>
            </a:br>
            <a:br>
              <a:rPr lang="en-US" altLang="ja-JP" sz="700" dirty="0"/>
            </a:br>
            <a:br>
              <a:rPr lang="en-US" altLang="ja-JP" sz="700" dirty="0"/>
            </a:br>
            <a:r>
              <a:rPr lang="en-US" altLang="ja-JP" sz="700" dirty="0"/>
              <a:t>- </a:t>
            </a:r>
            <a:r>
              <a:rPr lang="en-US" altLang="ja-JP" sz="700" b="1" dirty="0"/>
              <a:t>**</a:t>
            </a:r>
            <a:r>
              <a:rPr lang="ja-JP" altLang="en-US" sz="700" b="1" dirty="0"/>
              <a:t>スキャン</a:t>
            </a:r>
            <a:r>
              <a:rPr lang="en-US" altLang="ja-JP" sz="700" b="1" dirty="0"/>
              <a:t>PDF / </a:t>
            </a:r>
            <a:r>
              <a:rPr lang="ja-JP" altLang="en-US" sz="700" b="1" dirty="0"/>
              <a:t>アウトライン</a:t>
            </a:r>
            <a:r>
              <a:rPr lang="en-US" altLang="ja-JP" sz="700" b="1" dirty="0"/>
              <a:t>PDF**</a:t>
            </a:r>
            <a:r>
              <a:rPr lang="en-US" altLang="ja-JP" sz="700" dirty="0"/>
              <a:t> — </a:t>
            </a:r>
            <a:r>
              <a:rPr lang="ja-JP" altLang="en-US" sz="700" dirty="0"/>
              <a:t>テキストがベクターパスや画像として埋め込まれた</a:t>
            </a:r>
            <a:r>
              <a:rPr lang="en-US" altLang="ja-JP" sz="700" dirty="0"/>
              <a:t>PDF</a:t>
            </a:r>
            <a:r>
              <a:rPr lang="ja-JP" altLang="en-US" sz="700" dirty="0"/>
              <a:t>は抽出不可（</a:t>
            </a:r>
            <a:r>
              <a:rPr lang="en-US" altLang="ja-JP" sz="700" dirty="0"/>
              <a:t>OCR </a:t>
            </a:r>
            <a:r>
              <a:rPr lang="ja-JP" altLang="en-US" sz="700" dirty="0"/>
              <a:t>が必要）</a:t>
            </a:r>
            <a:br>
              <a:rPr lang="ja-JP" altLang="en-US" sz="700" dirty="0"/>
            </a:br>
            <a:r>
              <a:rPr lang="en-US" altLang="ja-JP" sz="700" dirty="0"/>
              <a:t>-</a:t>
            </a:r>
            <a:r>
              <a:rPr lang="ja-JP" altLang="en-US" sz="700" dirty="0"/>
              <a:t> </a:t>
            </a:r>
            <a:r>
              <a:rPr lang="ja-JP" altLang="en-US" sz="700" b="1" dirty="0"/>
              <a:t>**パスワード保護ファイル**</a:t>
            </a:r>
            <a:r>
              <a:rPr lang="ja-JP" altLang="en-US" sz="700" dirty="0"/>
              <a:t> </a:t>
            </a:r>
            <a:r>
              <a:rPr lang="en-US" altLang="ja-JP" sz="700" dirty="0"/>
              <a:t>— </a:t>
            </a:r>
            <a:r>
              <a:rPr lang="ja-JP" altLang="en-US" sz="700" dirty="0"/>
              <a:t>暗号化されたファイルは非対応</a:t>
            </a:r>
            <a:br>
              <a:rPr lang="ja-JP" altLang="en-US" sz="700" dirty="0"/>
            </a:br>
            <a:r>
              <a:rPr lang="en-US" altLang="ja-JP" sz="700" dirty="0"/>
              <a:t>-</a:t>
            </a:r>
            <a:r>
              <a:rPr lang="ja-JP" altLang="en-US" sz="700" dirty="0"/>
              <a:t> </a:t>
            </a:r>
            <a:r>
              <a:rPr lang="ja-JP" altLang="en-US" sz="700" b="1" dirty="0"/>
              <a:t>**ファイルサイズ**</a:t>
            </a:r>
            <a:r>
              <a:rPr lang="ja-JP" altLang="en-US" sz="700" dirty="0"/>
              <a:t> </a:t>
            </a:r>
            <a:r>
              <a:rPr lang="en-US" altLang="ja-JP" sz="700" dirty="0"/>
              <a:t>— </a:t>
            </a:r>
            <a:r>
              <a:rPr lang="ja-JP" altLang="en-US" sz="700" dirty="0"/>
              <a:t>ブラウザメモリに制約あり。</a:t>
            </a:r>
            <a:r>
              <a:rPr lang="en-US" altLang="ja-JP" sz="700" dirty="0"/>
              <a:t>10MB </a:t>
            </a:r>
            <a:r>
              <a:rPr lang="ja-JP" altLang="en-US" sz="700" dirty="0"/>
              <a:t>以下を推奨</a:t>
            </a:r>
            <a:br>
              <a:rPr lang="ja-JP" altLang="en-US" sz="700" dirty="0"/>
            </a:br>
            <a:br>
              <a:rPr lang="ja-JP" altLang="en-US" sz="700" dirty="0"/>
            </a:br>
            <a:br>
              <a:rPr lang="ja-JP" altLang="en-US" sz="700" dirty="0"/>
            </a:br>
            <a:r>
              <a:rPr lang="en-US" altLang="ja-JP" sz="700" b="1" dirty="0"/>
              <a:t>## Contributing</a:t>
            </a:r>
            <a:br>
              <a:rPr lang="en-US" altLang="ja-JP" sz="700" dirty="0"/>
            </a:br>
            <a:br>
              <a:rPr lang="en-US" altLang="ja-JP" sz="700" dirty="0"/>
            </a:br>
            <a:br>
              <a:rPr lang="en-US" altLang="ja-JP" sz="700" dirty="0"/>
            </a:br>
            <a:r>
              <a:rPr lang="en-US" altLang="ja-JP" sz="700" dirty="0"/>
              <a:t>[GitHub Issues](</a:t>
            </a:r>
            <a:r>
              <a:rPr lang="en-US" altLang="ja-JP" sz="700" u="sng" dirty="0"/>
              <a:t>https://github.com/naohidden/documelt/issues</a:t>
            </a:r>
            <a:r>
              <a:rPr lang="en-US" altLang="ja-JP" sz="700" dirty="0"/>
              <a:t>) </a:t>
            </a:r>
            <a:r>
              <a:rPr lang="ja-JP" altLang="en-US" sz="700" dirty="0"/>
              <a:t>でバグ報告・機能リクエストを受け付けています。</a:t>
            </a:r>
            <a:br>
              <a:rPr lang="ja-JP" altLang="en-US" sz="700" dirty="0"/>
            </a:br>
            <a:br>
              <a:rPr lang="ja-JP" altLang="en-US" sz="700" dirty="0"/>
            </a:br>
            <a:br>
              <a:rPr lang="ja-JP" altLang="en-US" sz="700" dirty="0"/>
            </a:br>
            <a:r>
              <a:rPr lang="en-US" altLang="ja-JP" sz="700" b="1" dirty="0"/>
              <a:t>## License</a:t>
            </a:r>
            <a:br>
              <a:rPr lang="en-US" altLang="ja-JP" sz="700" dirty="0"/>
            </a:br>
            <a:br>
              <a:rPr lang="en-US" altLang="ja-JP" sz="700" dirty="0"/>
            </a:br>
            <a:br>
              <a:rPr lang="en-US" altLang="ja-JP" sz="700" dirty="0"/>
            </a:br>
            <a:r>
              <a:rPr lang="en-US" altLang="ja-JP" sz="700" dirty="0"/>
              <a:t>[MIT](</a:t>
            </a:r>
            <a:r>
              <a:rPr lang="en-US" altLang="ja-JP" sz="700" u="sng" dirty="0"/>
              <a:t>LICENSE</a:t>
            </a:r>
            <a:r>
              <a:rPr lang="en-US" altLang="ja-JP" sz="700" dirty="0"/>
              <a:t>) - Copyright (c) 2026 naohidden</a:t>
            </a:r>
          </a:p>
        </p:txBody>
      </p:sp>
    </p:spTree>
    <p:extLst>
      <p:ext uri="{BB962C8B-B14F-4D97-AF65-F5344CB8AC3E}">
        <p14:creationId xmlns:p14="http://schemas.microsoft.com/office/powerpoint/2010/main" val="318708097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1641</Words>
  <Application>Microsoft Office PowerPoint</Application>
  <PresentationFormat>ワイド画面</PresentationFormat>
  <Paragraphs>6</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 documelt   [![npm version](https://img.shields.io/npm/v/documelt.svg)](https://www.npmjs.com/package/documelt) [![License: MIT](https://img.shields.io/badge/License-MIT-blue.svg)](https://opensource.org/licenses/MIT) [![GitHub](https://img.shields.io/github/stars/naohidden/documelt?style=social)](https://github.com/naohidden/documelt)   **Rust + WebAssembly** によるブラウザ向けドキュメントテキスト抽出ライブラリ。   サーバーに依存せず、**ブラウザ上で** PDF・Word・Excel・PowerPoint からテキストを高速に抽出します。   ## Features   - **ブラウザ完結** — サーバーサイド不要。WASMがブラウザ内でテキスト抽出を実行 - **高速** — Rustコンパイルによるネイティブ級パフォーマンス（PDFは0.2秒、DOCX/XLSXは数ms） - **ページ単位の抽出** — PDF→ページ、PPTX→スライド、XLSX→シートごとに配列で返却 - **Web Worker対応** — メインスレッドをブロックしない非同期処理 - **メタデータ付き** — ファイル名、サイズ、ページ数、文字数、処理時間を自動計測 - **TypeScript** — 完全な型定義付き</vt:lpstr>
      <vt:lpstr>## Supported Formats   | Format | Engine | Output | |--------|--------|--------| | PDF | [pdf-extract](https://crates.io/crates/pdf-extract) | ページごとのテキスト配列 | | DOCX | ZIP + XML parse | ドキュメント全体のテキスト | | XLSX | [calamine](https://crates.io/crates/calamine) | シートごとのテキスト配列（タブ区切り） | | PPTX | ZIP + XML parse | スライドごとのテキスト配列 | | TXT | UTF-8 decode | そのままのテキスト |   &gt; **Note:** スキャンPDFやアウトライン化されたPDF（テキストがベクターパスとして埋め込まれたもの）はテキスト抽出できません。OCRが必要なケースはサーバーサイドでの処理を推奨します。   ## Installation   ```bash npm install documelt ``` </vt:lpstr>
      <vt:lpstr>  ## Quick Start   ```typescript import { extractFromFile } from 'documelt';   // ファイル選択イベントから const input = document.querySelector&lt;HTMLInputElement&gt;('#file'); input.addEventListener('change', async () =&gt; {   const result = await extractFromFile(input.files[0]);     if (result.success) {     // ページ単位の配列     console.log(result.texts);          // ['Page 1 text...', 'Page 2 text...', ...]       // 全文を1つの文字列として     console.log(result.texts.join('\n'));       // メタデータ     console.log(result.meta);     // { filename: 'doc.pdf', extension: 'pdf', size: 204800, pages: 5, characters: 12000, time: 0.15 }   } else {     console.error(result.error);   } }); ```   WASM の初期化は初回呼び出し時に自動で行われます。`init()` を明示的に呼ぶ必要はありません。   </vt:lpstr>
      <vt:lpstr>  ## Usage   ### Browser (Main Thread)   ```typescript import { extract, extractFromFile, isSupported } from 'documelt';   // File API から const result = await extractFromFile(file);   // Uint8Array + 拡張子を直接指定 const result = await extract(uint8Array, 'pdf', 'report.pdf');   // 対応フォーマット判定 isSupported('report.pdf');   // true isSupported('image.png');    // false ```   ### Browser (Web Worker)   大きなファイルの処理でメインスレッドのブロックを避けたい場合に使用します。   ```typescript import { DocumeltWorker } from 'documelt';   const worker = new Worker(   new URL('documelt/worker', import.meta.url),   { type: 'module' } ); const client = new DocumeltWorker(worker);   const result = await client.extractFromFile(file); console.log(result.texts);   // 不要になったら終了 client.terminate(); ```   ### Node.js   ```typescript import { readFileSync } from 'fs'; import { initWithBytes, extract } from 'documelt';   // Node.js では WASM バイナリを手動で初期化 initWithBytes(readFileSync('node_modules/documelt/pkg/documelt_bg.wasm'));   const data = new Uint8Array(readFileSync('./document.pdf')); const result = await extract(data, 'pdf', 'document.pdf'); console.log(result.texts.join('\n')); ```  </vt:lpstr>
      <vt:lpstr>  ## API Reference   ### `extractFromFile(file: File): Promise&lt;ExtractionResult&gt;`   ブラウザの `File` オブジェクトからテキストを抽出します。   ### `extract(data: Uint8Array, extension: SupportedFormat, filename?: string): Promise&lt;ExtractionResult&gt;`   バイナリデータとファイル拡張子を指定してテキストを抽出します。   ### `isSupported(fileName: string): boolean`   ファイル名から対応フォーマットかどうかを判定します。   ### `init(wasmUrl?: string | URL): Promise&lt;void&gt;`   WASM モジュールを手動で初期化します。通常は自動初期化されるため呼ぶ必要はありません。初期化タイミングを制御したい場合（プリロード等）に使用します。   ### `initWithBytes(wasmBytes: BufferSource): void`   WASM バイナリを直接渡して同期的に初期化します。Node.js 環境向け。   ### `DocumeltWorker`   Web Worker 経由で抽出を行うクライアントクラス。   ```typescript const client = new DocumeltWorker(worker); await client.extract(data, 'pdf', 'report.pdf'); await client.extractFromFile(file); client.terminate(); ```  </vt:lpstr>
      <vt:lpstr>  ### `SUPPORTED_FORMATS`   対応フォーマットの配列: `['pdf', 'docx', 'xlsx', 'pptx', 'txt']`   ## Types   ```typescript interface ExtractionResult {   texts: string[];           // ページ/シート/スライドごとのテキスト配列   success: boolean;          // 抽出成功フラグ   error: string | null;      // エラーメッセージ（成功時 null）   meta: ExtractionMeta;      // メタデータ }   interface ExtractionMeta {   filename: string;          // ファイル名   extension: SupportedFormat; // 拡張子   size: number;              // ファイルサイズ（bytes）   pages: number;             // ページ数（PDF/PPTX/XLSX）   characters: number;        // 総文字数   time: number;              // 処理時間（秒） }   type SupportedFormat = 'pdf' | 'docx' | 'xlsx' | 'pptx' | 'txt'; ```   ## Performance   WASM バイナリサイズ: **~1.2MB**   | Format | File Size | Pages | Characters | Time | |--------|-----------|-------|------------|------| | TXT | 209B | 1 | 75 | 0.001s | | PDF | 2.3MB | 31 | 4,802 | 0.21s | | DOCX | 30KB | 1 | 4,461 | 0.002s | | XLSX | 18KB | 3 sheets | 4,492 | 0.004s | | PPTX | 44MB | 31 slides | 4,059 | 0.02s |   ## Limitations   - **スキャンPDF / アウトラインPDF** — テキストがベクターパスや画像として埋め込まれたPDFは抽出不可（OCR が必要） - **パスワード保護ファイル** — 暗号化されたファイルは非対応 - **ファイルサイズ** — ブラウザメモリに制約あり。10MB 以下を推奨   ## Contributing   [GitHub Issues](https://github.com/naohidden/documelt/issues) でバグ報告・機能リクエストを受け付けています。   ## License   [MIT](LICENSE) - Copyright (c) 2026 naohidden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太田実秀</dc:creator>
  <cp:lastModifiedBy>太田実秀</cp:lastModifiedBy>
  <cp:revision>1</cp:revision>
  <dcterms:created xsi:type="dcterms:W3CDTF">2026-04-03T12:14:47Z</dcterms:created>
  <dcterms:modified xsi:type="dcterms:W3CDTF">2026-04-03T12:18:19Z</dcterms:modified>
</cp:coreProperties>
</file>